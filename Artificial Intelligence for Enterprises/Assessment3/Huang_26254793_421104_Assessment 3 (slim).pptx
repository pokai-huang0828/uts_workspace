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207008"/>
            <a:ext cx="981425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310128"/>
            <a:ext cx="98142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68496"/>
            <a:ext cx="981425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54880"/>
            <a:ext cx="793973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199632"/>
            <a:ext cx="102714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自動化到第二階段就停了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884" y="1664208"/>
            <a:ext cx="1046592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工作量沒變多,客戶要的時效變了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不是一種病,是兩種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3_g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我們量得到誤報,量不到漏放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4_bl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五條路,我選的這條有停止條件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5_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選了這條,我先講它會出什麼事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6_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638" y="1664208"/>
            <a:ext cx="9534417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25312"/>
            <a:ext cx="89455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R8 曾判誤報的紀錄在事故舉證中的地位 —— 這題我沒有答案,由法務在 G1 前給書面意見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這個方案的代價,我自己標紅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_et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護欄層可以一票否決上面兩層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8_k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三道門,每一道都能讓這個案子停下來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9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638" y="1664208"/>
            <a:ext cx="9534417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25312"/>
            <a:ext cx="89455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要不要真的對外自動結案,不在這六個月決定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成本主體是人,不是設備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0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64208"/>
            <a:ext cx="1060704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95725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16736"/>
            <a:ext cx="10820095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20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AI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67712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60904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54096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8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AI risk management framework (AI RMF 1.0).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sets. NeurIPS Datasets and Benchmarks.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33672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26864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models. Nature Machine Intelligence, 1(5), 206–215.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20056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Data cascades in high-stakes AI. CHI '21.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13248"/>
            <a:ext cx="98599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et al. (2015). Hidden technical debt in machine learning systems. NeurIPS, 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