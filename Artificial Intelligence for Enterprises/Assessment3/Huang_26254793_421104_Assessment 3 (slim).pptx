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今天,五個人要看完三千支影片;而客戶要的答案,兩天內。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地端 AI 的技術可行性,公司內部評估過,我是其中一員。今天我不是提一個新點子,是把它從技術研討,變成一個有業務數字、有驗證機制、有停止條件的正式立案。要建的能力:讓機器讀懂一次事件的完整脈絡——影片、客戶問題、規則——產出可交付的證據與描述。兩階段架構各位熟悉,自動化到第二階段就停了:剩下每一筆,都要由人看過。這道防線有兩種單價。看畫面就能判的,一筆二十秒。要離開畫面去找證據的——那面牌是什麼、速限多少——一筆五分多鐘。差約十六倍,差別不在人,在證據在不在畫面裡。我請委員會核准一個六個月、三道決策門的專案:在客戶要的兩天內交出分析,第一次量得到自己漏掉什麼。要建它,得先有凍結的評估集、一致的標註、餵進模型的脈絡,那是前三個工作包。本案不重新開啟架構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率七成四到一百零七:平均還好,尖峰這五個人已經不夠——折算三點七到五點四人,我們只有五個。一件爭議目前要兩到五天,現況約一半超過兩天;客戶要兩天、單純案件當天,那是客戶期望,不是簽了的服務水準。這兩到五天花在哪裡,我拆開了:排隊零到一天、撈數據半天、判讀一到三天、內部覆核半天、回信半天。撈數據加判讀,就是模型幫得上的那兩段,佔四成到八成。這兩段之所以慢,是同一個原因——模型看不到畫面外的東西。這是營運端估計,不是量測;前六週交出正式拆解,不成立就轉排班。二十秒是營運上的估計,還沒有正式量過——第六週交出正式基準,G1 驗收。上線約五萬台,售出更多;落差就是排不了程的工作量,開通權在客戶手上。我不預測撞牆的時點;第六週對齊三個分母,成長不納入回報估算。成長是階梯:一個大型車隊上線,事件量一次跳兩成三,手上正在談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我們的時間到底花在哪裡?我把最近一份判讀拆開來看。四台車、二十三天、一千六百四十七筆,一個小型車隊一個月,比例僅在此樣本內成立。行車輔助錯的是模型,駕駛監控錯的是人。一邊缺脈絡,判定依據不在畫面裡;一邊缺判準,同一段影片兩人不同答案。這兩個比例共用同一把尺,而那把尺的一致性我們從來沒量過——標註品質那一包第十週建立基線,G2 訂目標值。這個樣本一百二十四筆誤報,一百零三筆同一個根因:交通標誌辨識,八成三。漏放那一側只有一份很薄的樣本,下一頁講。修好它,誤報跟漏放一起改善——而誤報,就是我們今天在人工端花掉的時間。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看得見的一半。看不見的那一半更麻煩。被判否決的那一流,沒有人回看。我們有資料,沒有習慣。唯一的漏放量測,是一份三十九筆的人工觸發測試,獨立樣本:漏偵十二筆,另外十筆無法歸類,約四分之一;報告上我們自己註明,十二是下限。這是我目前手上最強的線索,不是結論;前六週由評估底座那一包做成帶信賴區間的估計,不成立就換靶心,G1 判。這兩種錯的代價不對稱:誤報只花我們的人時,漏放是駕駛沒收到那次警示。所以漏放這一側就算樣本再薄,也要先把它量出來。這批資料難在三件事:收得不完整、標註本身就會錯、內部對同一個標籤還沒有一致的理解。文獻上講的「沒有真實資料就只能靠代理指標」,就是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有五條。加人,迴路轉得更久,不會停。更便宜的是調班加人力池,我不先否決;六週後那道門用正式量測判:AI能處理的那段佔主要延遲才放行,否則轉排班。採用案是地端視覺語言模型讀事件影片。前兩包是它的必要前置:沒量測底座,就不知道它判得對不對。預期八成五的爭議件,機器有把握、直接結案,人不再看。這是推估不是實測;而人現在判得多準,我們沒量過。所以這六個月,它一筆都不對外生效——機器照出結論,人照常判,兩邊比對。這是唯一算得出自動結案漏放率的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了這條,我先講它會出什麼事。風險歸成七類十條,我只講三條。第一,資料級聯:複核判準不一致會變成訓練標籤,脈絡資料有錯也會整批傳下去。第二,自動化偏差:介面一顯示模型信心,人就直接蓋章。我的決策是介面不顯示信心。但這個緩解只擋得住人還在看的那些 —— 移交後開到天花板,那八成五沒有介面、也沒有人。所以我另外加了兩條:機器把真的危險事件判成誤報,跟機器單方面駁回駕駛。兩條都掛在自動結案那道門上,不在這六個月裡。第三,法律面:曾判為誤報的紀錄,在事故舉證裡算什麼。這題我沒有答案,它由法務在 G1 前給書面意見。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還有一條,是我們自己造成的。這道人工防線的產能有限,所以它是配給的 —— 依客戶的購買量排序。同樣一個誤判,發生在大客戶身上會被人攔下來,小客戶身上不會。分配依據是客戶大小,不是風險大小。這六個月我能做的,是第一次量得出它覆蓋了誰。但我要說清楚:這個方案開到天花板之後,配給的依據會從客戶大小換成機器的信心,而那八成五沒有人看過 —— 那是我造成的新問題,不是我解掉的舊問題。所以八原則裡的問責跟可申訴性,我這一頁全部標紅,而它們掛在第二十四週那道門上。申訴機制到位前,本案產出不供個人考核使用。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完該不該做,接下來是怎麼算做成了。最上層第一個指標,是客戶等多久拿到分析,這是這個專案要買的東西。現況兩到五天,目標兩天內、單純案件當天;是客戶期望,不是已簽的服務水準協議。護欄層是否決型,今天多一條:漏濾率——機器說有把握、直接結案的那一桶裡,有多少其實該讓人看。第十二週交出它跟人工的差值,門檻第六週就要先訂,不能看完數據再訂。錯誤攔截比例我算不出來,分母還不存在,那正是護欄層要交的能力。訂不出目標值的,我寫的是它什麼時候被訂出來、由哪一道門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個月,六個工作包,三道門。順序不能換:評估集、標註、特徵,最後才是地端模型。第六週是因果判定門:交出時間拆解、兩天逾時率跟到件分布。證據搜尋跟誤報量佔主要延遲,才續行;不是,就轉排班。第十二週同一組凍結集比四臂:現行模型、規則式基線、人機協作,加一臂影子模式——機器自己結案、不對外送,跟人的判定比對。自動結案的漏放率,只有這一臂算得出來。這道門不能取消實驗,只能調整規模;要不要真的對外自動結案,不在這六個月決定。規則式今天就能做,為什麼排第五週?沒有前六週的基準線,證不出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輸入都印在上面,它是量級,不是報價。設備一台十六到二十萬,一次性,不到一個人一年成本的五分之一;這個專案的成本主體是人,不是設備。它也不是為單一用途買的:第二個應用是內部規格文件的技術問答,不在本次請求範圍內,但硬體的攤提對象不只一個。那筆擴編暴露不是承諾的節省;要第十二週實測證明能避免或延後至少一點四到一點七個 loaded FTE-year,業務也確認會轉成少招人或少徵調研發,才放行後續預算。我要的不只預算,是贊助人跟三道門。我請求核准六個月額度輪廓、分段釋出;第一段四點八五人月、量級新台幣四十二到四十七萬,第六週由贊助人決定續不續行。第二十四週我會回到這裡,交出三方比較結果:地端 VLM 有增量,或者沒有。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這些是本提案引用的公開文獻,完整清單在這一頁。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5400" b="1">
                <a:solidFill>
                  <a:srgbClr val="1F4E79"/>
                </a:solidFill>
                <a:latin typeface="Microsoft JhengHei"/>
              </a:rPr>
              <a:t>五個人。</a:t>
            </a:r>
          </a:p>
          <a:p>
            <a:pPr algn="ctr">
              <a:lnSpc>
                <a:spcPct val="150000"/>
              </a:lnSpc>
            </a:pPr>
            <a:r>
              <a:rPr sz="5400" b="1">
                <a:solidFill>
                  <a:srgbClr val="1F4E79"/>
                </a:solidFill>
                <a:latin typeface="Microsoft JhengHei"/>
              </a:rPr>
              <a:t>三千支影片。</a:t>
            </a:r>
          </a:p>
          <a:p>
            <a:pPr algn="ctr">
              <a:lnSpc>
                <a:spcPct val="150000"/>
              </a:lnSpc>
            </a:pPr>
            <a:r>
              <a:rPr sz="5400" b="1">
                <a:solidFill>
                  <a:srgbClr val="1F4E79"/>
                </a:solidFill>
                <a:latin typeface="Microsoft JhengHei"/>
              </a:rPr>
              <a:t>兩天。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用例:兩階段推論,與它下游那道人工防線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為什麼是現在:工作量沒變多,客戶要的時效變了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6212E"/>
                </a:solidFill>
                <a:latin typeface="Microsoft JhengHei"/>
              </a:rPr>
              <a:t>・現況約半數爭議超過兩天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6212E"/>
                </a:solidFill>
                <a:latin typeface="Microsoft JhengHei"/>
              </a:rPr>
              <a:t>・客戶要的是兩天內、單純案件當天</a:t>
            </a:r>
          </a:p>
        </p:txBody>
      </p:sp>
      <p:pic>
        <p:nvPicPr>
          <p:cNvPr id="6" name="Picture 5" descr="s0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08" y="2212848"/>
            <a:ext cx="9176877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發現過程:兩種病,兩個缺口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3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我們看不見的那一半:有資料,沒有習慣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4_bl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五條路,含三條不用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5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風險:七類十條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6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38" y="1664208"/>
            <a:ext cx="9534417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25312"/>
            <a:ext cx="89455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R8 曾判誤報的紀錄在事故舉證中的地位 —— 這題我沒有答案,由法務在 G1 前給書面意見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倫理:對照澳洲 AI 倫理八原則(2019)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7_et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怎麼算成功:三層 KPI,一條回圈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8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六個月 · 六個工作包 · 三道決策門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9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38" y="1664208"/>
            <a:ext cx="9534417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25312"/>
            <a:ext cx="89455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要不要真的對外自動結案,不在這六個月決定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資源、當責與請求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0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64208"/>
            <a:ext cx="106070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9572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16736"/>
            <a:ext cx="10820095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Australian Human Rights Commission. (2020). Using artificial intelligence to make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20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Department of Industry, Science and Resources. (2019). Australia's AI ethics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67712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Ensign, D., Friedler, S. A., Neville, S., Scheidegger, C., &amp; Venkatasubramanian, S. (2018). Runaway feedback loops in predictive policing. PMLR, 81, 160–171.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60904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Goddard, K., Roudsari, A., &amp; Wyatt, J. C. (2012). Automation bias. JAMIA, 19(1), 121–127.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54096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Guo, C., Pleiss, G., Sun, Y., &amp; Weinberger, K. Q. (2017). On calibration of modern neural networks. PMLR, 70, 1321–1330.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47288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National Institute of Standards and Technology. (2023). AI risk management framework (AI RMF 1.0).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Northcutt, C. G., Athalye, A., &amp; Mueller, J. (2021). Pervasive label errors in test sets. NeurIPS Datasets and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33672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Parasuraman, R., &amp; Manzey, D. H. (2010). Complacency and bias in human use of automation. Human Factors, 52(3), 381–410.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26864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Rudin, C. (2019). Stop explaining black box machine learning models. Nature Machine Intelligence, 1(5), 206–215.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20056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Sambasivan, N., Kapania, S., Highfill, H., Akrong, D., Paritosh, P., &amp; Aroyo, L. (2021). Data cascades in high-stakes AI. CHI '21.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13248"/>
            <a:ext cx="98599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Sculley, D., Holt, G., Golovin, D., et al. (2015). Hidden technical debt in machine learning systems. NeurIPS, 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