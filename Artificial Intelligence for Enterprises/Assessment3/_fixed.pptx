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【callout】這兩段之所以慢,是同一個原因:模型看不到畫面外的東西 —— 撈數據慢,是因為人要自己去查那個位置與那段路的速限;判讀慢,是因為模型只拿到一張圖。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  <a:p>
            <a:r>
              <a:t>【matrix】{'name': '缺口', 'cells': ['脈絡:判定依據不在畫面裡', '判準:同一段影片,不同複核者給不同標籤'], 'hot': False}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【matrix】{'name': '選項 1\n規則式脈絡融合(不用機器學習)', 'cells': ['定位 + 地圖速限硬規則比對,把畫面外的脈絡接到事件上', '一次性建置,之後整段下移一階、後續仍線性', '可逐條檢查、可回退到規則本身', '先做 - 某小型車隊單月樣本中 103 / 124 = 83% 的誤報同一根因,而速限資料自有;高風險決策場景應優先使用可逐條檢查的可解釋方法,而不是對黑箱做事後解釋(Rudin, 2019)。它同時是選項 2 的對照基線'],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雲端判定真假,誰判定雲端?本案提供它需要的可稽核量測與乾淨標註'], 'hot': False}</a:t>
            </a:r>
          </a:p>
          <a:p>
            <a:r>
              <a:t>【badge】提案推算,非核定編制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…</a:t>
            </a:r>
          </a:p>
          <a:p>
            <a:r>
              <a:t>【card:選項 0 的算式(照印,含對本案不利的部分)】5.25 分/筆由一次實際判讀反推:5 人 x 3.6 個分析日 x 8 小時 = 144 人時 /…</a:t>
            </a:r>
          </a:p>
          <a:p>
            <a:r>
              <a:t>【card:選項 0 的算式(照印,含對本案不利的部分)】兩個尚未驗證的假設:①約 20 秒/筆是營運端的實務估計,尚未以計時量測驗證 ②假…</a:t>
            </a:r>
          </a:p>
          <a:p>
            <a:r>
              <a:t>【card:選項 0 的算式(照印,含對本案不利的部分)】加人會讓迴路轉得更久,不會讓它停:裝機量成長 → 複核量成長 → 人力吃緊 → 標…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43%-78%,但那是營運端的一次口述拆解…</a:t>
            </a:r>
          </a:p>
          <a:p>
            <a:r>
              <a:t>【badge】提案推估,非實測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到底是什麼(三層,一層都不可省)】吞吐:1,000 支 15 秒事件影片約 10-16 分〔估算,非實測;依一組公開可得模型的…</a:t>
            </a:r>
          </a:p>
          <a:p>
            <a:r>
              <a:t>【card:這 85% 到底是什麼(三層,一層都不可省)】能力層:以現行小模型的表現外推,預期約 85% 的爭議件機器有把握、可直接結案 -…</a:t>
            </a:r>
          </a:p>
          <a:p>
            <a:r>
              <a:t>【card:這 85% 到底是什麼(三層,一層都不可省)】本案層:🔴 六個月內對外自動結案覆蓋率目標 = 0%。W12-24 只跑影子模式 - 機器…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到底是什麼(三層,一層都不可省)】怎麼驗:第 12 週用同一份凍結評估集,四臂同場比 - 現行影像模型 / 規則式脈絡…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【matrix】{'name': 'R3 數據｜自動化偏差 · 成功 中\n(Parasuraman &amp; Manzey, 2010)', 'cells': ['教育・介面 (Goddard et al., 2012)\n介面不顯示信心 (Guo et al., 2017)', '不顯示信心使複核變慢,\n與時效缺口相衝', '盲測組與對照組判定差異\n超過設計書所訂容忍值'], 'hot': False}</a:t>
            </a:r>
          </a:p>
          <a:p>
            <a:r>
              <a:t>【matrix】{'name': 'R5 社會性 · 成功 高\n複核團隊抵觸角色改變', 'cells': ['教育:角色轉型說明 +\n判準手冊共同編寫', '參與式做法拉長\n判準定案時程', '複核團隊留任率或\n黃金題參與率下滑'], 'hot': False}</a:t>
            </a:r>
          </a:p>
          <a:p>
            <a:r>
              <a:t>【matrix】{'name': 'R6 經濟 · 成功 中\n期內回本難證 · 與雲端競合', 'cells': ['審計:三道決策門\n逐段釋出額度', '分段釋出使長週期\n工作包難以排人', '決策門審查時單位成本\n改善低於門檻'], 'hot': False}</a:t>
            </a:r>
          </a:p>
          <a:p>
            <a:r>
              <a:t>【matrix】{'name': 'R7 組織與管理 · 成功 高\n缺管理層支持(誠實命中)', 'cells': ['問責:贊助人指派 +\n決策門出席為放行前提', '決策門增加治理負擔\n與會議成本', '決策門連續兩次\n無高階出席'], 'hot': False}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【matrix】{'name': '對照框架:澳洲 AI 倫理八原則 2019 年版\n(Department of Industry, Science and Resources, 2019)', 'cells': ['本頁只用 2019 年版\n理由:逐條可公開查證', '2025 已有後續採用指引\n移交前重跑一次對照'], 'hot': False}</a:t>
            </a:r>
          </a:p>
          <a:p>
            <a:r>
              <a:t>【matrix】{'name': '4 隱私保護與安全\n擴大影像調閱與判定紀錄保存;唯一不因自動結案而惡化的一條', 'cells': ['部分', '部分'], 'hot': False}</a:t>
            </a:r>
          </a:p>
          <a:p>
            <a:r>
              <a:t>【matrix】{'name': '8 問責性\nRACI 與三道決策門管的是專案;那 850 筆裡某一筆判錯,沒有人簽過名', 'cells': ['部分', '未達成'], 'hot': True}</a:t>
            </a:r>
          </a:p>
          <a:p>
            <a:r>
              <a:t>【callout】移交後那七盞紅燈掛在第 24 週那道門上;今天要批的是前六週的量測 —— 那正是把它們變回琥珀的唯一路徑。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後依實測單位工時重估〕。驅動因子不在我方控制內 —— 由客戶的開通時點決定']}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 3.6 個分析日 = 144 人時 ÷ 1,647 筆反推,單一批次的實際節奏,不是長期平均)', '兩者的正式量測都提前到 W6,與時間拆解同批交出;目標值於 G1 訂定 —— 全客戶人力推算與可避免成本都掛在這兩個單價上']}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20;本列只算 ADAS 側)', '降至 7% 以下〔提案目標;以該樣本為基準,G1 後依重新校準的量測重訂〕。只在人機系統軌量,第 12 週判 —— 🚫 不掛在模型本身']}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【badge】只能改規模,不能取消實驗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判定品質。這是六個月內真正會上線的形態,誤報率也只能在這一軌量']}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前確認本案與公司既有雲端判讀規劃的範圍、預算與當責邊界(我主張的相依關係,待共同確認;若評估結果是兩案…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…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4873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4873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627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382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2382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69125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8561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5818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5818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58186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89967"/>
            <a:ext cx="45720" cy="47072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62535"/>
            <a:ext cx="2116945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62535"/>
            <a:ext cx="278791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62535"/>
            <a:ext cx="375379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40171"/>
            <a:ext cx="10874959" cy="42099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040171"/>
            <a:ext cx="10509199" cy="420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89770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662338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662338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662338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641297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613865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613865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613865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0403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04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60855"/>
          <a:ext cx="10874957" cy="21732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6882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882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6882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882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尺的一致性我們從來沒量過 —— 不比誰準,只指出錯的性質不同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標註品質那一包第 10 週建立基線,G2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882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6274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3531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3531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3531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8856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6113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6113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6113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9109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545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5802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58022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58022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89803"/>
            <a:ext cx="45720" cy="48834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62371"/>
            <a:ext cx="2408822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62371"/>
            <a:ext cx="3152759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62371"/>
            <a:ext cx="4240255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4910195"/>
          <a:ext cx="9658805" cy="15637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115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裝置離線與鏡頭遮蔽時段無資料;事件分批上傳、頻率不一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 + 冷凍評估集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5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感測器故障;人工標註本身就會錯 - 而標註錯誤足以改變模型的評比結論(Northcutt et al., 2021);跨系統重複記錄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標註品質:誤報的操作型定義 + 判準手冊 + 黃金題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5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目前不一致:同一段影片,不同複核者會給不同標籤(低頭 vs 閉眼、保溫瓶 vs 手機),而這個不一致從來沒有被量測過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86934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1338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
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以現行做法增聘專職複核人力,覆蓋全部既有客戶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線性:量幾倍,人就要幾倍 → 需 17-24 人(現有 5 人)〔提案推算,非核定編制〕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停不下來:編制是常態支出,而那個迴路照樣轉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- 加人只是沿著同一條成本曲線移動,不是把曲線整條外推(完整算式與迴路見下方卡片)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338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
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重排班表,把尖峰徵調的 7 位研發工程師從臨時支援變成有編組、有訓練的正式安排(尖峰徵調是現在就在跑的簡易版)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仍線性,但斜率略低;削得掉尖峰,削不掉每日底量。⚠️ 斜率與削峰幅度目前沒有量測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隨時可停、可退回原班表 - 五條路裡反悔成本最低的一條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338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
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讓機器讀懂一次事件的完整脈絡(影片 + 客戶問題 + 規則),產出可交付的描述與證據包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前期一次性投入,之後次線性 - 事件量繼續長,人時不跟著等比長。這是五條裡唯一不是線性的形狀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三道門都可停:G1(W6)· G2(W12)· G3(W24);且六個月內對外自動結案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218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218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2673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646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055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055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646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510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483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922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922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483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技術寫到概念層次:一套地端視覺語言模型,篩檢與深挖兩種負載由同一台設備分時…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6046220"/>
            <a:ext cx="9658807" cy="42773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6046220"/>
            <a:ext cx="9293047" cy="4277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8357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 · 成功 中
模型不可解釋 → 複核者不信任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解釋:輸出可讀的描述與
引用到的證據 (Rudin, 2019)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錯的描述一樣通順,
比錯的分數更難察覺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推翻模型判定的比例不降;
只看得到人有看的那些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 · 成功 中
資料級聯:判準與脈絡資料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審計:黃金題 + 抽樣雙人
複核 + 來源版本快照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雙人複核使複核成本
近倍增,需以抽樣控制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交通標誌根因佔比偏離基準
基準 = 某小型車隊單月樣本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 · 成功 低
駕駛本人沒有申訴管道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問責:申訴機制到位前,
產出不供個人考核使用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
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駕駛端申訴無處可收,
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 · 尚無緩解
「曾判為誤報」的舉證地位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問責:法務書面意見
於 G1(第 6 週)前到位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
可執行的緩解措施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客戶回頭標記的案件中
出現援引我方誤報的爭議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倫理｜自動結案的漏放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問責:六個月影子模式(對外 0%)
碰撞 / 疲勞 / 行人不自動結案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
省下來的一部分(見資源頁)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漏濾率(否決型):自動結案桶
與人工桶的漏放率差值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倫理｜自動結案的冤枉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問責:申訴即強制轉人工
且不得由同一模型複判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轉人工的量與時效
回到人力瓶頸上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
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那是這個方案的代價 —— 專案期 綠 0 琥珀 7 紅 1,移交後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8357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人類、社會與環境福祉
期內同樣人力承接更高複核量;移交後那約 850 筆無人覆核〔推估,非實測〕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以人為本的價值觀
期內人仍逐筆判;移交後駕駛承受的是機器單方面的決定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 (Australian Human Rights Commission, 2020)
期內排序仍依客戶購買量;移交後配給依據換成機器的信心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
漏放率目前不存在,只有一份 39 筆人工觸發測試(獨立樣本,自註為下限)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6 透明性與解釋性
對客戶揭露到哪一層尚未決定;移交後客戶不會知道那是機器判的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84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
只有車隊安全主管能標記,駕駛本人不能提出質疑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
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30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43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99900"/>
          <a:ext cx="10874957" cy="1936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目標,或誰在第幾週訂出來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客戶爭議回覆時效｜主要業務價值指標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單件爭議從分析到回信的完整鏈路,平均 2–5 天;約半數超過兩天(營運端估計,不是量測,W6 交出正式量測)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天內;單純案件當天〔提案目標 · 客戶期望,非已簽訂之服務水準協議〕。改善來源有兩項:證據包自動化、誤報量下降;各自佔多少由 W16 量測後給出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獲得人工驗證判定的客戶涵蓋率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現況為配給制,依購買量與問題嚴重性排序;涵蓋率無紀錄,W6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本案期內維持 100%(影子模式,機器不對外結案)。移交後開到天花板時會降到約 15% —— 那是本案造成的,不是本案要解的;移交後目標值須與自動結案的放行門一起訂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可避免的年度增聘成本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不做本案、以現行做法覆蓋全部既有客戶需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做本案、移交後開到天花板需 11–12 人(仍須增聘 6–7 人)→ 可避免 5–13 人 ≈ 每年 NT$520–1,521 萬〔以初階工程師公開薪資量級推算,非核定預算〕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4537510"/>
          <a:ext cx="9658806" cy="1936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1690291"/>
                <a:gridCol w="1690291"/>
                <a:gridCol w="1690291"/>
                <a:gridCol w="16902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它一票否決什麼 · 誰負責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不存在。唯一量測是一份 39 筆人工觸發測試,獨立樣本,公司自註為下限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交出帶 95% 信賴區間的點估計;上限值於 G1 由委員會核定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 放不放行後段工作 · 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前建立基線,目標值於 G2 訂定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G2 准不准開放對照重訓 · 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35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定義:被分到「有把握、可直接結案」桶,但描述錯誤且該錯誤足以改變判定結論的比例。基準不存在 —— 自動結案機制尚未建立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由影子模式軌交出「自動結案桶與人工桶的漏放率差值」的 95% 信賴區間;非劣性邊際 δ 由委員會於 G1(W6)事前預註冊 —— 資料 W12 才交,判準必須寫在跑實驗之前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否決自動結案能不能對外生效 —— 沒有它,分流率就等於把那部分風險藏進「機器有把握」那一桶 · 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462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428240"/>
            <a:ext cx="45720" cy="462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0080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40080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40080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4975352"/>
          <a:ext cx="9658805" cy="14985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它算得出什麼 —— 以及為什麼少不了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980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機器初判,人全數複核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現況的基準線。沒有它,後面三臂就沒有「比什麼」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980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不含模型能解掉多少誤報。它是地端 VLM 的對照基線 —— 如果它就夠,本案的模型端該縮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機器自己結案但不對外送,人照常逐筆判,兩邊比對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47453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20021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20021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20021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G1(第 6 週)由贊助人決定是否續行 —— 它決定的是要不要續行剩下的工作,不是要不要開始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專案負責人(提案人)。每個工作包只有一個 A;三道決策…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一份證明或推翻「脈絡到底有沒有用」的對照實驗結果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005654"/>
            <a:ext cx="9658807" cy="46829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6005654"/>
            <a:ext cx="9293047" cy="4682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