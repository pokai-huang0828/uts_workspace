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7885"/>
                </a:solidFill>
                <a:latin typeface="Microsoft JhengHei"/>
              </a:rPr>
              <a:t>介紹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原生形狀煙霧測試 —— 每個框每個字都可編輯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789920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99104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65376"/>
            <a:ext cx="3279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加人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8132" y="2487168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8132" y="24871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拒絕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871215"/>
            <a:ext cx="3279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成本線性成長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208" y="1737360"/>
            <a:ext cx="3499104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936" y="1865376"/>
            <a:ext cx="3279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調班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3540" y="2487168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3540" y="24871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待 G1 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0936" y="2871215"/>
            <a:ext cx="3279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削峰,不解根因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6615" y="1737360"/>
            <a:ext cx="3499104" cy="17373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1865376"/>
            <a:ext cx="3279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地端視覺語言模型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8948" y="2487168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8948" y="24871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採用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6343" y="2871215"/>
            <a:ext cx="3279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一次性投入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有停止條件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9509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Microsoft JhengHei"/>
              </a:rPr>
              <a:t>一件客戶爭議 2.5–5.5 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96512"/>
            <a:ext cx="1188720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4223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等待排隊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799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0–1 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096512"/>
            <a:ext cx="1188720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414223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撈數據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3799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0.5 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39" y="4096512"/>
            <a:ext cx="4754880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39" y="414223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判讀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39" y="437997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1–3 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4096512"/>
            <a:ext cx="1188720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414223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內部覆核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3799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0.5 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4096512"/>
            <a:ext cx="1188720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414223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回信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3799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0.5 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4754880"/>
            <a:ext cx="59436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74519" y="48463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模型幫得上的那兩段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19" y="5157216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F4E79"/>
                </a:solidFill>
                <a:latin typeface="Microsoft JhengHei"/>
              </a:rPr>
              <a:t>43% – 78%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