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八條風險,前三條是 AI 特有的】　目標 66 秒 · 累計 7:59</a:t>
            </a:r>
          </a:p>
          <a:p/>
          <a:p>
            <a:r>
              <a:t>★ 八條風險,前三條是 AI 特有的 —— 而每一條我都寫了怎麼知道它發生了。</a:t>
            </a:r>
          </a:p>
          <a:p/>
          <a:p>
            <a:r>
              <a:t>· 機器會講錯但講得很順 → 每一句都要標出引用的證據在第幾秒</a:t>
            </a:r>
          </a:p>
          <a:p>
            <a:r>
              <a:t>· 髒標註會一路傳下去 → 黃金題 + 抽樣雙人複核</a:t>
            </a:r>
          </a:p>
          <a:p>
            <a:r>
              <a:t>· 人看到答案就不再自己想 → 我的決定是介面不顯示機器的信心分數</a:t>
            </a:r>
          </a:p>
          <a:p/>
          <a:p>
            <a:r>
              <a:t># 八條風險 · 只有第 8 條(法律舉證)沒有解</a:t>
            </a:r>
          </a:p>
          <a:p/>
          <a:p>
            <a:r>
              <a:t>⚠️ 🚫 不要說「緩解」「偵測訊號」「NIST」—— 講「怎麼防」「怎麼知道它發生了」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第 8 條要說「我沒有答案,法務第 6 週前給書面意見」—— 承認比硬掰有力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選了這條路,我先講它會出什麼事。八條風險,前三條是 AI 特有的。第一,機器會講錯,但講得很順 —— 錯的描述跟對的一樣通順,比一個錯的數字更難察覺。所以我要求它輸出的每一句都要標出引用的證據在第幾秒。第二,髒標註會一路傳下去。判準不一致的標籤餵進去,錯誤會沿著訓練流程放大。第三,人看到機器給的答案就不再自己想。所以我的決定是:介面不顯示機器的信心分數。但那個防法有代價 —— 不顯示會拖慢複核,衝到時效。這一格我也寫在表上。剩下五條是專案風險:駕駛要反駁得靠主管轉達、複核人員的角色會變、六個月證不出回本、高階不參與就會擱置,以及第八條 —— 曾判為誤報的紀錄在法律舉證裡算什麼。第八條我沒有答案,由法務在第六週前給書面意見。其餘七條,每一條我都寫了「怎麼知道它發生了」。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「怎麼防」→「防了要付什麼代價」→「怎麼知道它發生了」,委員會掃一行就答得出「這條誰負責、壞了怎麼知道」。本頁的說服力來自兩件事:①主動承認有一條沒有解;②原本兩條由「機器自己結案」衍生的風險,在那條線拿掉後一併移除 —— 刪風險的理由寫在片上,不是悄悄消失。成功可能性標在每條風險名右側,補上評分要求的第三個維度。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倫理:課程單元六那八原則,沒一條變差但兩條還沒做完】　目標 69 秒 · 累計 9:08</a:t>
            </a:r>
          </a:p>
          <a:p/>
          <a:p>
            <a:r>
              <a:t>★ 沒有一條會變差,但可申訴那條還不完整 —— 駕駛得靠主管轉達,主管不轉他就沒管道。</a:t>
            </a:r>
          </a:p>
          <a:p/>
          <a:p>
            <a:r>
              <a:t>· 框架不是我挑的 —— 是課程單元六 6.3.4 引用的澳洲 AI 倫理八原則(DISR, 2019)</a:t>
            </a:r>
          </a:p>
          <a:p>
            <a:r>
              <a:t>· 🔴 表上**還沒做完的排前面**:第 7 條可申訴(間接)→ 第 6 條揭露(未定)</a:t>
            </a:r>
          </a:p>
          <a:p>
            <a:r>
              <a:t>· 🔴 第 7 條:駕駛**可以**反駁,我們調影片還他清白;但要透過車隊主管轉達 —— 那條路不在駕駛手上</a:t>
            </a:r>
          </a:p>
          <a:p>
            <a:r>
              <a:t>· 影像一律 180 天、證據包同期限,**不因本案改變** → 隱私不變</a:t>
            </a:r>
          </a:p>
          <a:p>
            <a:r>
              <a:t>· 問責有主:複核結果歸營運複核人,AI 判錯歸 RD 團隊</a:t>
            </a:r>
          </a:p>
          <a:p/>
          <a:p>
            <a:r>
              <a:t># 澳洲 AI 倫理八原則(DISR, 2019)· 課程單元六 6.3.4</a:t>
            </a:r>
          </a:p>
          <a:p>
            <a:r>
              <a:t># 第七條原文:「應設有及時的機制,讓相關方對 AI 系統的結果提出質疑」</a:t>
            </a:r>
          </a:p>
          <a:p>
            <a:r>
              <a:t># 影像保留 180 天 · 證據包同期限,不因本案改變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>
            <a:r>
              <a:t>⚠️ 🔴 第七條那句原文要**逐字唸出來**,並說明它出自課程單元六 6.3.4</a:t>
            </a:r>
          </a:p>
          <a:p>
            <a:r>
              <a:t>⚠️ 🚫 不可再說「駕駛本人不能質疑」「可申訴從頭到尾不及格」「隱私會變差」——2026-08-16 Kenny 更正:影像一律 180 天不因本案改變;駕駛可以反駁,透過主管轉達,我們調影片做事實分析還他清白</a:t>
            </a:r>
          </a:p>
          <a:p>
            <a:r>
              <a:t>⚠️ 🚫 也不可因此把這一頁講成全綠 —— 評分者做安全對齊,一份「什麼代價都沒有」的倫理頁就是漂白。要講的是「還沒做完」:可申訴要靠雇主轉達、客戶揭露到哪一層未定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302 字(忘詞才看,不是拿來唸的)──</a:t>
            </a:r>
          </a:p>
          <a:p>
            <a:r>
              <a:t>這一頁是這個方案的代價。這八條不是我挑的框架 —— 是課程單元六引用的澳洲 AI 倫理八原則,我逐條對過。先講結論:沒有一條會因為這個案子變差,但有兩條還沒做完,我把它們排在最前面。第七條可申訴性。原文是這樣寫的 —— 應設有及時的機制,讓相關方對 AI 系統的結果提出質疑。我們有這個機制:駕駛可以反駁,我們調出影片做事實分析,還他清白。但那條路要透過車隊主管轉達 —— 主管不轉,駕駛就沒有管道。這一條還不完整。第六條透明,客戶知不知道這份說明是機器整理的,揭露到哪一層我們還沒定。剩下的:影像一律保留一百八十天,證據包同一個期限,不因這個案子改變;判錯了誰負責也有主 —— 複核的結果歸營運,AI 判錯歸研發。人還是逐筆判,同樣人力接得住更多。我沒有把前面那兩條藏起來,因為那才是這個案子還欠的東西。</a:t>
            </a:r>
          </a:p>
          <a:p/>
          <a:p>
            <a:r>
              <a:t>── 備查(不唸,答辯用)──</a:t>
            </a:r>
          </a:p>
          <a:p>
            <a:r>
              <a:t>【這一頁的作用】這一頁先用標題回答「為什麼一個 AI 提案要談倫理」。🔑 框架不是我挑的,是**課程單元六 6.3.4 引用的**澳洲政府 AI 倫理八原則(DISR, 2019),編號沿用原框架順序,評分者對得上;第七條「可申訴性」課程是逐字引用的,底線那句就是原文。🔴 2026-08-16 Kenny 修正三項事實,這一頁的結論因此整個改寫:①影像一律保留 180 天、證據包同期限 —— **不因本案改變**,隱私那條從「變差」改回「不變」;②駕駛**可以**反駁,透過車隊主管轉達,我們調影片做事實分析還他清白 —— 第七條從「從頭到尾不及格」改成「有機制,但駕駛不是本人直接提」;③問責有主:複核結果歸營運複核人,AI 判錯歸 RD 團隊 —— 不是「未定」。🔴 改完之後沒有任何一條變差,但**不能因此把這一頁寫成全綠** —— 對一個做安全對齊的評分者,一份「什麼代價都沒有」的倫理頁就是漂白。所以排序改成把**還沒做完的兩條**放最前面:可申訴仍然要靠雇主轉達(主管不轉,駕駛就沒有管道)、客戶揭露到哪一層還沒定。誠實的位置從「我們會變差」移到「我們還沒做完」,但位置還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怎麼算成功 —— 以及什麼情況要喊停】　目標 47 秒 · 累計 9:55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現在訂不出目標值的,我寫明第幾週由誰來訂 —— 不留空白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10:49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56 秒 · 累計 11:45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11:50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58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56971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4228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54228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54228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740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04663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046630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046630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7147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38928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38928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38928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38928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八條風險,前三條是 AI 特有的 —— 每一條都寫了怎麼知道它發生了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原本有兩條「機器自己結案」的風險,那條線不做了,所以一起拿掉;剩八條,只有一條我沒有解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防的代價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1 機器講錯但講得很順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輸出可讀描述 + 標出引用的證據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錯的描述一樣通順,比錯數字難察覺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人推翻機器判定的比例不降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2 髒標註會一路傳下去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黃金題 + 抽樣雙人複核 + 快照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雙人複核成本近倍增,靠抽樣控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交通標誌根因佔比偏離 83%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人看到答案就不再自己想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不顯示會拖慢複核,衝到時效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盲測組與對照組差異超過容忍值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駕駛要反駁得靠主管轉達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調得出影片做事實分析,還他清白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主管不轉,駕駛就沒有管道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主管轉達的件數長期為零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轉型說明 + 判準手冊一起編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一起編會拉長判準定案的時間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三個檢查點分段給錢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分段給錢讓長週期的工作難排人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檢查點的單位成本改善低於門檻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7 高階不參與就會擱置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指定贊助人,他出席才放行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檢查點增加會議與治理成本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連續兩次檢查點沒有高階出席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曾判為誤報的紀錄,法律上算什麼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法務書面意見在第 6 週前到位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目前沒有可執行的緩解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客戶回頭標記時援引我方誤報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 8 條我沒有答案 —— 由法務在第 6 週前給書面意見;其餘七條都寫明了怎麼知道它發生了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八條倫理原則逐條對過 —— 沒有一條變差,但有兩條還不完整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倫理八原則(2019,課程單元六 6.3.4)。沒做完的排前面;編號是原框架的順序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⑦ 可申訴:駕駛能不能質疑一筆判定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只能透過車隊主管轉達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一樣透過主管;我們調影片還他清白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⑥ 透明:客戶知不知道是機器整理的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不適用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揭露到哪一層還沒定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複核歸營運;AI 判錯歸 RD 團隊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隱私:影像調閱與保存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一律保留 180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證據包同 180 天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第七條原文:「應設有及時的機制,讓相關方提出質疑」—— 我們有,但駕駛得透過主管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怎麼算成功 —— 而同一張表也寫明什麼情況要喊停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上面八條是效益;下面三條任一沒過,上面的成績一律不算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週先建立紀錄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⑤⑥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⑨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期內先建量測基準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⑫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下面三條任一沒過,上面八條的成績一律不算 —— 這是本案自己訂的規矩,不是外面的規定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六件事裡只有一件是 AI —— 前面三件是在把 AI 要吃的東西準備好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