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53 秒 · 累計 1:45</a:t>
            </a:r>
          </a:p>
          <a:p/>
          <a:p>
            <a:r>
              <a:t>★ 這道人工防線有兩種單價,差十六倍 —— 差別不在人,在證據在不在畫面裡。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第三關全部靠人:判成立或誤報 → 離開畫面查證據 → 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一筆 20 秒 / 一筆 5.25 分 / 差約 16 倍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/>
          <a:p>
            <a:r>
              <a:t>→ 換下一頁</a:t>
            </a:r>
          </a:p>
          <a:p/>
          <a:p>
            <a:r>
              <a:t>── 逐字備援 · 233 字(忘詞才看,不是拿來唸的)──</a:t>
            </a:r>
          </a:p>
          <a:p>
            <a:r>
              <a:t>誠如各位在圖上看到的,前端 Edge AI 跟 Server AI 這兩段,我們已經完成自動化。停在第三關:客戶回頭說「這筆 AI 判錯了」,那一段全部靠人 ——而它慢的原因不是人不夠快,是證據不在畫面裡。看畫面就能判的,一筆二十秒;要離開畫面去找證據的 —— 那面牌是什麼、速限多少 ——一筆五分多鐘,差約十六倍。所以我提的是一套地端 AI 事件判讀:把畫面外的脈絡讀進來,把那五分多鐘裡最花時間的「找證據」自動化,讓同樣這五個人,在客戶要的兩天內交得出答案。要建它,得先有凍結的評估集、一致的標註、餵進模型的脈絡,那是前三個工作包。本案不重新開啟架構選擇。</a:t>
            </a:r>
          </a:p>
          <a:p/>
          <a:p>
            <a:r>
              <a:t>── 備查(不唸,答辯用)──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72 秒 · 累計 2:57</a:t>
            </a:r>
          </a:p>
          <a:p/>
          <a:p>
            <a:r>
              <a:t>★ 工作量沒變多,是客戶要的時效變了 —— 而慢的那兩段是同一個原因:模型看不到畫面外的東西。</a:t>
            </a:r>
          </a:p>
          <a:p/>
          <a:p>
            <a:r>
              <a:t>· 利用率:平均還好,尖峰這五個人已經不夠</a:t>
            </a:r>
          </a:p>
          <a:p>
            <a:r>
              <a:t>· 一件爭議的五段拆解,撈數據 + 判讀才是模型幫得上的</a:t>
            </a:r>
          </a:p>
          <a:p>
            <a:r>
              <a:t>· 這是營運端估計不是量測,W6 交正式拆解,不成立就轉排班</a:t>
            </a:r>
          </a:p>
          <a:p/>
          <a:p>
            <a:r>
              <a:t># 74%–107% · 折算 3.7–5.4 人 · 現有 5 人</a:t>
            </a:r>
          </a:p>
          <a:p>
            <a:r>
              <a:t># 2.5–5.5 天 · AI 可處理段佔 43%–78%</a:t>
            </a:r>
          </a:p>
          <a:p/>
          <a:p>
            <a:r>
              <a:t>⚠️ 分母是 2.5–5.5 天,🚫 不是 2–5 天</a:t>
            </a:r>
          </a:p>
          <a:p/>
          <a:p>
            <a:r>
              <a:t>✂️ 若排練超過 9:40,這一頁砍最後四句(20 秒限定的重複 + 五萬台 / 三個分母 / 成長階梯)= 省 26 秒。第 2 頁已經講過 20 秒的限定,這裡是重複。</a:t>
            </a:r>
          </a:p>
          <a:p/>
          <a:p>
            <a:r>
              <a:t>→ 換下一頁</a:t>
            </a:r>
          </a:p>
          <a:p/>
          <a:p>
            <a:r>
              <a:t>── 逐字備援 · 317 字(忘詞才看,不是拿來唸的)──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/>
          <a:p>
            <a:r>
              <a:t>── 備查(不唸,答辯用)──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3:49</a:t>
            </a:r>
          </a:p>
          <a:p/>
          <a:p>
            <a:r>
              <a:t>★ 一百二十四筆誤報,一百零三筆是同一個根因 —— 八成三都是交通標誌辨識。</a:t>
            </a:r>
          </a:p>
          <a:p/>
          <a:p>
            <a:r>
              <a:t>· 行車輔助錯的是模型(缺脈絡),駕駛監控錯的是人(缺判準)</a:t>
            </a:r>
          </a:p>
          <a:p>
            <a:r>
              <a:t>· 兩個比例共用同一把尺,而尺的一致性從來沒量過</a:t>
            </a:r>
          </a:p>
          <a:p>
            <a:r>
              <a:t>· 修好它,誤報跟漏放一起改善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目標 59 秒 · 累計 4:48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44 秒 · 累計 5:32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51 秒 · 累計 6:23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50 秒 · 累計 7:13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46 秒 · 累計 7:58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8:46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64 秒 · 累計 9:49</a:t>
            </a:r>
          </a:p>
          <a:p/>
          <a:p>
            <a:r>
              <a:t>★ 我請求核准第一段:四點八五人月、量級四十二到四十七萬,並指定一位贊助人。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NT$42–47 萬(規劃,非核定預算)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520–1,521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NT$158–177 萬', 'note': '18.2 人月 × 月薪 NT$6.7–7.5 萬 × 間接費率 1.3。薪資量級、費率、匯率(1 A$≈NT$21)三項都是提案人設定的假設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NT$520–1,521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9:54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兩段已自動化;停在第三關的人工複核,而這一段有兩種單價,差約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每一筆都要人看過:判成立或誤報 → 離開畫面查證據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尖峰另徵調 7 位研發工程師離開本職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9311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285231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0644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77900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577900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5779008"/>
            <a:ext cx="4333323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21792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619048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619048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4123" y="6190488"/>
            <a:ext cx="4333323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49624"/>
            <a:ext cx="10874959" cy="62065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49624"/>
            <a:ext cx="10509199" cy="6206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兩段慢,是同一個原因:模型看不到畫面外 —— 撈數據要人自己查速限 · 判讀只拿到一張圖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25724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598292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598292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74%–107%;折算 3.7–5.4 人,現有 5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4123" y="4598292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451541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424109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424109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4123" y="5424109"/>
            <a:ext cx="4333323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621885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621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505549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4582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1839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1839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123" y="4718397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7164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4421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4421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4123" y="5544214"/>
            <a:ext cx="433332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14020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352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6077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607796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607796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139577"/>
            <a:ext cx="45720" cy="60007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112145"/>
            <a:ext cx="2408822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112145"/>
            <a:ext cx="1919478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112145"/>
            <a:ext cx="6126034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43%-78%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VLM,篩檢與深挖由同一台設備分時;選型與量化規格於 G1 依 W1–6 量測定案(概念層次)。W8–12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市場採購量級,非核定採購價;本頁唯一不由算式推得的金額。選型於 G1 依 W1–6 定案。設備 = 初階工程師年成本(104–117 萬)的 14%–19%,硬體佔已估成本 8%–12%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16618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89186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89186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689186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9108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9108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9108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9108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910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910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8724"/>
            <a:ext cx="9658807" cy="601803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8724"/>
            <a:ext cx="9293047" cy="601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