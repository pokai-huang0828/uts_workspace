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開場 · 這個提案在講什麼】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自動化停在第二關 —— 剩下的全由 5 個人逐筆看】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最花時間的兩段佔五成到八成八】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AI 現在判錯的兩個原因】　目標 75 秒 · 累計 4:17</a:t>
            </a:r>
          </a:p>
          <a:p/>
          <a:p>
            <a:r>
              <a:t>★ 八成三的誤報錯在同一件事:答案不在畫面裡 —— 而那份資料公司手上就有。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🔴 漏報(該報沒報)這一列已從片上拿掉(第 8 頁第 5 列已經寫過,片上重複)。他若問「那漏報呢」:發生在 Edge AI 端、**沒有事件紀錄**,只有客戶回報才知道,本案碰不到,要靠前端重訓 —— 這一條第 8 頁第 5 列印著「本案碰不到 → 不變」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329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答案不在畫面裡。那面牌模型讀不到,可是速限資料公司手上就有。這就是下一頁那兩台要做的事:把畫面外的資料讀進來。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【這一頁的作用】這頁的任務只有一個:量出「畫面外」到底有多大,把第 3 頁的因果句變成一個數字。第 3 頁說慢是因為證據不在畫面裡;這頁把一個真實車隊一個月的誤報拆開,指出八成三錯在同一件事 —— 答案不在畫面裡(那面速限牌模型讀不到,而那份資料公司手上就有);第 5 頁才有資格說要買兩台把畫面外的資料讀進來。三頁是同一條因果鏈。🔴 這頁**不是**在主張重訓偵測模型 —— 那是另一個案子;說成「這就是新 AI 要針對訓練的」會讓整頁跟本案脫鉤(Kenny 2026-08-16 指出)。誤報也先拆成假判錯(客戶不懂判定邏輯、機器其實判對)與真判錯,因為只有後者才是模型要修的,而前者正是證據包要解的。母體與證據等級全部自己標出來:一個 30 台的小車隊、每月 23 個工作天、由 4 台車 1,647 筆同比例放大,而比例能不能代表 30 台第 1–6 週驗。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三條路,同一個目標:5 天壓到 2 天】　目標 90 秒 · 累計 6:53</a:t>
            </a:r>
          </a:p>
          <a:p/>
          <a:p>
            <a:r>
              <a:t>★ 調班只壓得到排隊那 0–1 天,而慢的五到八成八在撈數據跟判讀 —— 那一段只有 AI 壓得到。</a:t>
            </a:r>
          </a:p>
          <a:p/>
          <a:p>
            <a:r>
              <a:t>· 三條路同一個目標:爭議回覆 5 天壓到 2 天</a:t>
            </a:r>
          </a:p>
          <a:p>
            <a:r>
              <a:t>· 加人:全段都快一點,但量幾倍人就幾倍(17–24 人),而且編制停不下來</a:t>
            </a:r>
          </a:p>
          <a:p>
            <a:r>
              <a:t>· 調班:只壓得到排隊那 0–1 天,而且是從研發挖人 —— 其他研發進度會往後推</a:t>
            </a:r>
          </a:p>
          <a:p>
            <a:r>
              <a:t>· 地端 AI:壓的是撈數據 + 判讀那 50–87.5%,前期投入一次,三個檢查點都能停</a:t>
            </a:r>
          </a:p>
          <a:p/>
          <a:p>
            <a:r>
              <a:t># 一筆爭議 5.25 分鐘 · 全客戶一天 13,000 筆 = 129.1–185.9 人時 ÷ 8 小時 = 17–24 人</a:t>
            </a:r>
          </a:p>
          <a:p>
            <a:r>
              <a:t># 🔴 現有 5 人一天只有 40 人時 —— 一天進來的量要 3–5 天才看得完</a:t>
            </a:r>
          </a:p>
          <a:p>
            <a:r>
              <a:t># 第 6 週要量的三件事:一筆分析確切多久 · 目前維護的車隊規模 · 今年的成長預估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🔴 第 6 週那一關量的是**會浮動的三件事**,不是「確認我們已經知道的瓶頸」——事件量本來就是浮動的,一個月的樣本推不出全年;而「量變大時成本怎麼長」那一整欄的論證,靠的就是「一筆多久」和「量長多快」。沒有這兩個數字,加人夠不夠、AI 值不值得,兩邊都只是在猜</a:t>
            </a:r>
          </a:p>
          <a:p>
            <a:r>
              <a:t>⚠️ 🔴 17–24 人那格片上只放得下算式,**兩個還沒驗的假設要用講的**:① 批次複核 20 秒/筆 ② 全客戶的案件組合跟這個樣本一樣。徽章已經寫了「推算,不是核定編制」,但被追問時要主動說出這兩條</a:t>
            </a:r>
          </a:p>
          <a:p>
            <a:r>
              <a:t>⚠️ 🔴 調班那一列**一定要把研發代價講出來**(Kenny 指定):那 7 位是從研發挖來的,轉成正式編組等於長期把研發人力綁在複核上,其他研發進度往後推 —— 這是它真正的成本,不是現金。🚫 但這是**陳述代價不是貶低它**,判斷仍留給第 6 週那個檢查點</a:t>
            </a:r>
          </a:p>
          <a:p>
            <a:r>
              <a:t>⚠️ 🔴 **不要替委員會下判決。**「拒絕」「採用」是有決定權的人才用的詞,提案人只給事實,連「我不建議」都不要說 —— 那一樣是在替他們下結論。三欄擺出來結論自己會浮出來;加評語只會讓這一頁從「比較」變成「推銷」</a:t>
            </a:r>
          </a:p>
          <a:p/>
          <a:p>
            <a:r>
              <a:t>→ 換下一頁</a:t>
            </a:r>
          </a:p>
          <a:p/>
          <a:p>
            <a:r>
              <a:t>── 逐字備援 · 394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量幾倍,人就要幾倍,覆蓋全客戶要十七到二十四個人,而且編制是常態支出,停不下來。換個講法各位會更有感:現在這五個人一天只有四十個人時,而全客戶一天進來的量要一百二十九到一百八十六個人時 ——**一天的量,現在要三到五天才看得完**,所以每過一天,積壓就多一天。第二條是調班加尖峰支援,把現在徵調的七位研發轉成正式編組。它便宜,而且隨時可以停、退回原班表。但它有兩件事要請各位一起看:第一,時效那一欄 —— 它只壓得到排隊那零到一天;第二,成本那一欄 —— 這七個人是從研發挖過來的,量越大挖越兇,我們其他的研發進度就往後推。那筆錢不是付現金,是付在進度上。第三條才是本案:地端 AI 事件判讀,讀懂事件脈絡、產出證據包。它壓的是撈數據跟判讀那五成到八成八,也就是真正慢的那一段;前期投入一次,之後量再長也不會等比長,而且三個檢查點都可以停。這三條我沒有替各位打分數 —— 差別就在這三欄:壓得到哪一段、量變大時會怎樣,以及能不能反悔。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天),四個欄位並排:做什麼、能壓到哪一段時間、量變大時成本怎麼長、能不能反悔。🔴 表上**不放判決欄**。Kenny 2026-08-16:「你是主管嗎?你去幫我們決定拒絕幹嘛」「你為什麼要去多加這些話去引導」——他是對的:整份提案的立場是「喊停的權力在你們手上」,而一個 ❌ 拒絕就把那個權力收走了;「我不建議」也一樣是在替他們下結論。三欄事實擺出來,結論自己會浮出來 ——加人要 17–24 人而且停不下來,AI 前期投入一次、三個檢查點都能停。加了評語反而會把這一頁從「比較」變成「推銷」。🔑 時效那一欄是本頁的勝負手:第 3 頁自己寫「排隊只有 0–1 天,那是排班解得掉的唯一一段」,把那個數字搬過來,「為什麼不直接調班就好」這個最便宜的反問就被提案自己的數字答掉了。🔴 這頁不列規則式比對與公司既有雲端規劃:前者是本案自己的第 3 件事(第 10 頁,AI 的對照組),後者還在研擬。把不是選項的東西列進選項表,只會讓委員會不知道要選哪一個。🔴 右卡那一關量的是**會浮動的三件事**(一筆分析確切多久、目前維護的車隊規模、今年的成長預估),不是「花六週確認我們已經知道的瓶頸」。Kenny 2026-08-16:「事件量是一個浮動數,你只能在這六週統計出我們現有的分析確切時間、車隊維護和今年的成長預估」——他是對的:一個月的樣本推不出全年,而「量變大時成本怎麼長」那一整欄的論證,靠的就是「一筆多久」和「量長多快」這兩個數字。沒有它們,加人夠不夠、AI 值不值得,兩邊都只是在猜。那一關同時留了一個通向不做本案的出口,核准因此是一個低風險決定。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導入 AI 會出什麼事:八件,前三件是 AI 才有的】　目標 80 秒 · 累計 8:13</a:t>
            </a:r>
          </a:p>
          <a:p/>
          <a:p>
            <a:r>
              <a:t>★ 八件事,前三件是 AI 才有的 —— 而每一件我都寫了怎麼知道它真的發生了。</a:t>
            </a:r>
          </a:p>
          <a:p/>
          <a:p>
            <a:r>
              <a:t>· 機器會講錯但講得很順 → 每一句標出證據在第幾秒,再用固定考題抽驗那一秒對不對</a:t>
            </a:r>
          </a:p>
          <a:p>
            <a:r>
              <a:t>· 判準不一致的答案會餵進訓練 → 固定考題 + 抽一部分兩個人各判一次 + 每一版存檔</a:t>
            </a:r>
          </a:p>
          <a:p>
            <a:r>
              <a:t>· 人看到答案就不自己想 → 我的決定是介面不顯示機器的信心分數</a:t>
            </a:r>
          </a:p>
          <a:p>
            <a:r>
              <a:t>· 🔑 第三欄是「這個防法自己要付的代價」—— 一般提案只寫風險→緩解,那讀起來像沒有成本</a:t>
            </a:r>
          </a:p>
          <a:p/>
          <a:p>
            <a:r>
              <a:t># 八件事 · 只有第 8 件(以前判成誤報的紀錄算不算證據)現在沒有防法</a:t>
            </a:r>
          </a:p>
          <a:p/>
          <a:p>
            <a:r>
              <a:t>⚠️ 🚫 不要說「緩解」「偵測訊號」「NIST」「黃金題」「快照」——講「怎麼防」「怎麼知道它發生了」「固定考題」「每一版存檔」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第 8 件要說「我現在沒有防法,法務第 6 週前給書面意見」—— 承認比硬掰有力</a:t>
            </a:r>
          </a:p>
          <a:p>
            <a:r>
              <a:t>⚠️ 🔴 第 1 件的偵測方式改過:原本是「人推翻機器判定的比例不降」,但機器唬爛成功時人會相信它,推翻率反而會**降** —— 那條訊號在最危險的情況下剛好讀起來像沒問題。現在改成直接抽驗它標的那一秒對不對,不用等人推翻</a:t>
            </a:r>
          </a:p>
          <a:p>
            <a:r>
              <a:t>⚠️ 🔴 第 2 件的偵測方式也改過:原本是「交通標誌根因佔比偏離 83%」,但本案的目的就是把那 83% 打下來,案子成功時它一定偏離,分不出好壞。現在改成同一批考題重判時兩人不一致率上升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353 字(忘詞才看,不是拿來唸的)──</a:t>
            </a:r>
          </a:p>
          <a:p>
            <a:r>
              <a:t>選了這條路,我先講它會出什麼事。八件事,前三件是 AI 才有的。第一,機器會講錯,但講得很順 —— 講錯的跟講對的一樣順,比一個錯的數字更難發現。所以我要求它寫的每一句都要標出證據在影片第幾秒,而且拿一組固定的考題去抽驗:它標的那一秒,影片裡到底有沒有那件事。第二,判準不一致的答案會餵進訓練,錯誤會沿著訓練一路放大。所以要用固定考題,抽一部分讓兩個人各判一次,每一版都存檔。第三,人看到機器給的答案就不自己想了。我的決定是:介面不顯示機器的信心分數。但這個防法有代價 —— 不顯示,複核會變慢,撞到兩天那個目標。這一格我也寫在表上。後面五件是任何專案都會遇到的:駕駛要反駁得靠主管轉達、複核人員的角色會變、六個月內證不出回本、高階不參與案子就會擱著,以及第八件 —— 以前判成誤報的紀錄,出事的時候算不算證據。第八件我現在沒有防法,由法務在第六週前給書面意見。但這八件,每一件我都寫了怎麼知道它真的發生了。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【這一頁的作用】這頁回答委員會的下一個問題:「你要導入 AI,那會出什麼事?」一列一件事,橫著讀是四格:會出什麼事 → 我打算怎麼防 → **這個防法自己要付什麼代價** → 怎麼知道它真的發生了。🔑 第三欄是這頁的說服力來源。一般提案只寫「風險 → 緩解」,那讀起來像沒有成本的保證;多寫一句「而這個緩解會傷到什麼」(不顯示信心分數會拖慢複核、兩人複判成本近乎加倍),委員會才知道我真的算過。🔴 2026-08-16 白話化(Kenny:「第七章看不懂」):「黃金題」→「固定考題」(與第 10 頁片上同名)、「快照」→「每一版存檔」、「盲測組與對照組差異超過容忍值」→「有機器幫忙的那組判得比沒有的那組差」、「單位成本改善低於門檻」→「省時沒到當初講的數字」。🔴 同時修掉兩條**邏輯壞掉**的偵測訊號:①第 1 列原本是「人推翻機器判定的比例不降」—— 但機器唬爛成功時人會相信它,推翻率會**降**,這條訊號在最危險的情況下剛好讀起來像沒問題。改成直接抽驗它標的那一秒對不對。②第 2 列原本是「交通標誌根因佔比偏離 83%」—— 而本案的目的就是把那 83% 打下來,案子成功時它一定偏離,分不出好壞。改成同一批考題重判時兩人不一致率上升。🔴 標題與底線原本互相打架(標題說「每一條」、底線說「其餘七條」),已統一成八件。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倫理:課程單元六那八原則,逐條對過沒一條變差】　目標 65 秒 · 累計 9:18</a:t>
            </a:r>
          </a:p>
          <a:p/>
          <a:p>
            <a:r>
              <a:t>★ 八條沒有一條因為這個案子變差 —— 而每一條我都寫得出為什麼,不是一句沒問題帶過。</a:t>
            </a:r>
          </a:p>
          <a:p/>
          <a:p>
            <a:r>
              <a:t>· 框架不是我挑的 —— 是課程單元六 6.3.4 引用的澳洲 AI 倫理八原則(DISR, 2019)</a:t>
            </a:r>
          </a:p>
          <a:p>
            <a:r>
              <a:t>· 🔴 第 7 條可申訴:駕駛透過車隊主管轉達,我們**調影片做事實分析還他清白**</a:t>
            </a:r>
          </a:p>
          <a:p>
            <a:r>
              <a:t>· 隱私:影像一律 180 天、證據包同期限,**不因本案改變**</a:t>
            </a:r>
          </a:p>
          <a:p>
            <a:r>
              <a:t>· 透明:對外交出去的一直是**人工審核的結果**,不是機器的結論</a:t>
            </a:r>
          </a:p>
          <a:p>
            <a:r>
              <a:t>· 問責有主:複核歸營運複核人,AI 判錯歸 RD 團隊</a:t>
            </a:r>
          </a:p>
          <a:p>
            <a:r>
              <a:t>· 🔴 唯一沒解的是第 5 條:漏報在 Edge AI 端就發生、沒有紀錄,本案碰不到</a:t>
            </a:r>
          </a:p>
          <a:p/>
          <a:p>
            <a:r>
              <a:t># 澳洲 AI 倫理八原則(DISR, 2019)· 課程單元六 6.3.4</a:t>
            </a:r>
          </a:p>
          <a:p>
            <a:r>
              <a:t># 第七條原文:「應設有及時的機制,讓相關方對 AI 系統的結果提出質疑」</a:t>
            </a:r>
          </a:p>
          <a:p>
            <a:r>
              <a:t># 影像保留 180 天 · 證據包同期限,不因本案改變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>
            <a:r>
              <a:t>⚠️ 🔴 第七條那句原文要**逐字唸出來**,並說明它出自課程單元六 6.3.4</a:t>
            </a:r>
          </a:p>
          <a:p>
            <a:r>
              <a:t>⚠️ 🚫 不可再說「駕駛本人不能質疑」「可申訴從頭到尾不及格」「隱私會變差」——2026-08-16 Kenny 更正:影像一律 180 天不因本案改變;駕駛可以反駁,透過主管轉達,我們調影片做事實分析還他清白</a:t>
            </a:r>
          </a:p>
          <a:p>
            <a:r>
              <a:t>⚠️ 🔑 全綠不靠嘴巴,靠機制 —— 每一條後面都要接得出那個機制(180 天 / 主管轉達再調影片 / 人工審核 / 複核歸營運、AI 歸 RD)。被問「你確定沒有代價嗎」,就把第 5 條交出去:漏報本案碰不到,那是真的沒解</a:t>
            </a:r>
          </a:p>
          <a:p>
            <a:r>
              <a:t>⚠️ ⚠️ 他若追問「客戶知不知道背後有 AI」:對外交出去的是人工審核的結果,AI 是我們內部整理證據的工具 —— 這是公司的立場,不是規避。🚫 但不要說「我們會告訴客戶」,也不要說「我們刻意不講」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285 字(忘詞才看,不是拿來唸的)──</a:t>
            </a:r>
          </a:p>
          <a:p>
            <a:r>
              <a:t>這一頁我拿課程單元六引用的澳洲 AI 倫理八原則,逐條對過。先講結論:沒有一條會因為這個案子變差 —— 而我不是用一句「沒問題」帶過,每一條我都寫得出為什麼。隱私:影像一律保留一百八十天,證據包同一個期限,不因這個案子改變。可申訴,也就是第七條 —— 原文寫的是「應設有及時的機制,讓相關方對 AI 系統的結果提出質疑」。駕駛可以反駁,透過車隊主管轉達,我們調出影片做事實分析,還他清白。透明:對外交出去的一直是人工審核的結果,不是機器的結論。問責:複核的結果歸營運,AI 判錯歸研發,不是沒有人負責。以人為本,人還是逐筆判;福祉跟公平,同樣人力接得住更多。只有第五條我要老實說 —— 該報沒報的那種漏報,發生在車機端、根本沒有事件紀錄,這個案子碰不到它,只能靠前端重新訓練。</a:t>
            </a:r>
          </a:p>
          <a:p/>
          <a:p>
            <a:r>
              <a:t>── 備查(不唸,答辯用)──</a:t>
            </a:r>
          </a:p>
          <a:p>
            <a:r>
              <a:t>【這一頁的作用】框架不是我挑的,是**課程單元六 6.3.4 引用的**澳洲政府 AI 倫理八原則(DISR, 2019),編號與順序沿用原框架,評分者一列一列對得上;第七條「可申訴性」課程是逐字引用的,底線那句就是原文。🔴 2026-08-16 Kenny 更正三項事實後,這一頁**沒有一條變差**:影像一律 180 天、證據包同期限,不因本案改變;駕駛可以反駁(透過車隊主管轉達),我們調影片做事實分析還他清白;對外交出去的一直是人工審核的結果;問責有主 —— 複核歸營運複核人,AI 判錯歸 RD 團隊。🔴 我一度想硬留兩條紅字(理由是「全綠會被讀成漂白」),Kenny 否掉:「駕駛有管道申訴這樣哪裡不行???」—— 他是對的,那是拿修辭凌駕事實。🔑 全綠的風險用另一種方式解:**不是留問題,是把每一條「為什麼沒問題」寫成具體機制** ——180 天、透過主管轉達再調影片、人工審核、複核歸營運/AI 歸 RD。機制寫得出來才叫深刻;自我批評寫得再多都只是漂亮話。🔴 全頁唯一真的沒解的是**第 5 條:該報沒報**(漏報發生在 Edge AI 端、沒有事件紀錄,本案碰不到)——那一條標紅,是這一頁唯一的誠實負擔,也是唯一不能講成「我們有處理」的一條。🔴 ⑦ 可申訴原本標紅,Kenny:「都有解了有什麼好標紅色?」—— 拿掉。紅色排在綠色旁邊會被讀成「這條有問題」,跟同一列寫的「調影片還他清白 → 不變」自己打架。全頁只剩 ⑤ 該報沒報標紅,那是唯一真的沒解的一條;底線那條藍帶仍然指著 ⑦,不會沒人注意。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怎麼算成功 —— 以及什麼情況要喊停】　目標 47 秒 · 累計 10:05</a:t>
            </a:r>
          </a:p>
          <a:p/>
          <a:p>
            <a:r>
              <a:t>★ 上面八條是你買到的東西,下面三條是你隨時喊停的權力 —— 而煞車是我自己裝的。</a:t>
            </a:r>
          </a:p>
          <a:p/>
          <a:p>
            <a:r>
              <a:t>· 上面八條:回覆要幾天、每天處理幾筆、誤報率、要不要多請人</a:t>
            </a:r>
          </a:p>
          <a:p>
            <a:r>
              <a:t>· 下面三條任一沒過,上面八條的成績一律不算</a:t>
            </a:r>
          </a:p>
          <a:p>
            <a:r>
              <a:t>· 現在訂不出目標值的,我寫明第幾週由誰來訂 —— 不留空白</a:t>
            </a:r>
          </a:p>
          <a:p/>
          <a:p>
            <a:r>
              <a:t># 三條喊停:兩個人判同一段影片答案一不一樣 · 訓練資料來源要 100% 查得到 · 機器的描述會不會讓人判得更差</a:t>
            </a:r>
          </a:p>
          <a:p/>
          <a:p>
            <a:r>
              <a:t>⚠️ 🚫 不要說「保證」——上面那八條有一半今天還沒有基線,講的是「第幾週交」</a:t>
            </a:r>
          </a:p>
          <a:p>
            <a:r>
              <a:t>⚠️ 「訓練資料查得到來源」要講 100%,沒有中間值 —— 這是唯一不接受折衷的一條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怎麼算做成了。上面八條是效益,下面三條是喊停條件。最上面那條是客戶等多久拿到分析,現在兩到五天,我要做到兩天內 —— 這是我提的目標,不是已經簽的協議。中間有幾條今天還沒有基線,我不硬編數字,我寫的是第幾週交、由誰訂。下面三條請各位特別看:第一,同一段影片給兩個人判,答案一不一樣,這件事公司從來沒量過。第二,訓練資料查不查得到來源,要百分之百,沒有中間值。第三,機器寫的說明會不會反而讓人判得更差 —— 這條我用盲測驗,比對照組差就不放行。這三條任一沒過,上面八條的成績一律不算。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六個月分三段做,三個喊停點】　目標 54 秒 · 累計 10:59</a:t>
            </a:r>
          </a:p>
          <a:p/>
          <a:p>
            <a:r>
              <a:t>★ 六個月分三段做,每一段做完都可以喊停 —— 你不必一次押六個月。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這件事要花多少錢】　目標 56 秒 · 累計 11:55</a:t>
            </a:r>
          </a:p>
          <a:p/>
          <a:p>
            <a:r>
              <a:t>★ 我今天只請你核准前六週:四點八五人月、約一萬八千七到兩萬零九百澳幣,再指定一位主管。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/>
          <a:p>
            <a:r>
              <a:t>→ 換下一頁</a:t>
            </a:r>
          </a:p>
          <a:p/>
          <a:p>
            <a:r>
              <a:t>── 逐字備援 · 246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只請你核准前六週:四點八五人月、一萬八千七到兩萬零九百澳幣,再指定一位主管。六個月後你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參考文獻(不佔十頁額度)】　目標 5 秒 · 累計 12:00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台,前六週驗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658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要補的是「畫面外」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56971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4228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542281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542281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074062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046630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046630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046630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054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2120617"/>
                <a:gridCol w="2120617"/>
                <a:gridCol w="2120617"/>
                <a:gridCol w="21206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87147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一樣跟量走,而且是從研發挖人 —— 量越大挖越兇,其他研發進度就往後推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光靠加人要幾個人?算給各位看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6967" y="5138928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56967" y="5138928"/>
            <a:ext cx="1559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推算,不是核定編制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一筆爭議 5.25 分鐘 · 全客戶一天 13,000 筆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= 129.1–185.9 人時 ÷ 8 小時 = 要 17–24 個人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現有 5 人一天 40 人時 → 一天的量要看 3–5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651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事件量是浮動的 —— 第 6 週先把基準量出來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033" y="5138928"/>
            <a:ext cx="178003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9033" y="5138928"/>
            <a:ext cx="1780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這一關沒過就不往下做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現在一筆分析確切要多久 —— 用計時的,不是估的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② 目前維護的車隊規模 ③ 今年的成長預估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量出來不是「找證據」最慢 → 改做調班,後面不做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導入 AI 會出什麼事 —— 八件事,每一件都寫了怎麼防、怎麼發現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前三件是 AI 才有的,後五件任何專案都會遇到。第三欄寫的是「這個防法自己要付的代價」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9793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我打算怎麼防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這個防法要付什麼代價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怎麼知道它真的發生了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0637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1 機器會講錯,但講得很順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說明寫成人看得懂的,並標出證據在影片第幾秒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講錯的跟講對的一樣順,比一個錯數字更難發現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固定考題抽驗:它標的那一秒,影片裡有沒有那件事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0637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2 判準不一致的答案會餵進訓練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用固定考題;抽一部分讓兩個人各判一次;每一版存檔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兩個人判,成本近乎加倍,只能靠抽樣控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同一批考題重判,兩人答案不一樣的比例變高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0637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人看到機器的答案就不自己想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不顯示,複核會變慢,撞到兩天的目標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有機器幫忙的那組,判得比沒有的那組差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059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駕駛要反駁得靠主管轉達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調得出影片做事實分析,還他清白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主管不轉,駕駛就沒有管道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主管轉達的件數長期是零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0637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講清楚角色怎麼變,判斷手冊找他們一起寫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一起寫會讓手冊比較晚定案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有人離職,或不再參與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0637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三個檢查點分段撥錢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長週期的工作比較難排人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檢查點量出來的省時沒到當初講的數字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059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7 高階不參與,案子就會擱著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指定一位負責的主管,他到場才放行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多幾場會要開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連兩次檢查點主管沒到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0637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以前判成誤報的紀錄,出事時算不算證據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法務在第 6 週前給書面意見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現在沒有可執行的防法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客戶回頭拿我們判過的誤報當理由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63000"/>
            <a:ext cx="9658807" cy="647527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63000"/>
            <a:ext cx="9293047" cy="6475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 8 件我現在沒有防法 —— 法務第 6 週前給書面意見;但八件我都寫了怎麼知道它發生了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課程那八條倫理原則我逐條對過 —— 沒有一條因為這個案子變差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倫理八原則(2019,課程單元六 6.3.4)。每一條都寫出「為什麼沒問題」的機制,不是空話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① 福祉:同樣人力接得住多少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量一直長,人力沒變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以人為本:人還是不是最後決定的人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③ 公平:誰的案子先被看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隱私:影像調閱與保存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一律保留 180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證據包同 180 天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可靠:該報沒報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⑥ 透明:對外是誰給的結論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人工審核的結果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一樣是人工審核的結果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可申訴:駕駛能不能質疑一筆判定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透過車隊主管轉達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一樣透過主管;調影片還他清白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複核歸營運;AI 判錯歸 RD 團隊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第七條原文:「應設有及時的機制,讓相關方提出質疑」—— 駕駛提,我們調影片還他清白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怎麼算成功 —— 而同一張表也寫明什麼情況要喊停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上面八條是效益;下面三條任一沒過,上面的成績一律不算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效益:八條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 · 誰在第幾週訂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①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週先建立紀錄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每天要處理幾筆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做了能省多少,第 16 週量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⑤⑥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秒估 · 爭議 5.25 分(單月樣本)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週交正式量測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以下(提案),第 12 週判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⑨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期內先建量測基準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553712"/>
          <a:ext cx="10874957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2537490"/>
                <a:gridCol w="2537490"/>
                <a:gridCol w="25374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喊停條件:三條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⑩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⑪ 訓練資料查不查得到來源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要 100%,沒有中間值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沒到 100% 不交回營運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⑫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88736"/>
            <a:ext cx="9658807" cy="62179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88736"/>
            <a:ext cx="9293047" cy="621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下面三條任一沒過,上面八條的成績一律不算 —— 這是本案自己訂的規矩,不是外面的規定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六件事裡只有一件是 AI —— 前面三件是在把 AI 要吃的東西準備好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交:公司第一份查得到怎麼算的錯誤率 · 一組鎖死不再改的考題 · 每筆現在要花多少人力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刻意先做不含 AI 的版本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六個月裡真正讓客戶有感的一件事。機器找齊證據,成不成立還是人一筆一筆判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40233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本案唯一真的用到 AI 的一件事。一台掃全部、一台深看客訴(選型見第 5 頁);機器寫的結論一律先給人看過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85691"/>
            <a:ext cx="45720" cy="40233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58259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358259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358259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隨時看得到成績的儀表板。中間六次交件在第 6/10/12/16/24/26 週,那不是喊停的時點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這件事要花多少錢 —— 錢主要花在人身上,不是機器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今天只請你核准第一段(前六週)A$18,700–20,900,以及指定一位負責的主管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4663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一台掃全部、一台深看客訴,第 6 週後才買。三年總花費約 A$2.9–5.2 萬(含電費、延保、有人要顧它),近半數是顧它的人力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36652"/>
            <a:ext cx="45720" cy="4663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909220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909220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909220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人。🔴 做了以後能少請幾個,今天算不出來 —— 要等第 16 週量出每筆省多少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858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584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已經想到、但還沒估價的五項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55844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55844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我今天要請你核准的錢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0855" y="5138928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0855" y="5138928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2673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3646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我今天要請你指定的人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54955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54955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3646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9510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0483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六個月後你手上會多三樣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3326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3326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483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補脈絡的判斷層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