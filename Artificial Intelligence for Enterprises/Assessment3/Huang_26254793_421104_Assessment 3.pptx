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61 秒 · 累計 4:04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ADAS 錯的是模型 —— 看不到畫面外的速限 → 新 AI 要把地圖速限讀進來(多模態輸入)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DMS 錯的是人 —— 判準不一致的標籤餵進去,**訓練資料本身就是髒的**;所以標註品質排在模型前面不是保守,是必要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269 字(忘詞才看,不是拿來唸的)──</a:t>
            </a:r>
          </a:p>
          <a:p>
            <a:r>
              <a:t>那機器現在到底判錯在哪裡?我把最近一份判讀拆開來看 ——表上的數字已經從樣本同比例放大到一個三十台的小車隊。行車輔助一個月七百八十筆誤報,錯的是模型:它看不到畫面外的速限。駕駛監控一百五十筆,錯的是人:同一段影片,兩個複核者給不同標籤。這兩件事對新的 AI 意義完全不同。第一件,把地圖速限讀進模型 —— 那正是多模態要解的:影片以外的東西也要讀進來。第二件更關鍵:判準不一致的標籤如果直接餵進去,訓練資料本身就是髒的。所以標註品質那一包排在模型前面,不是保守,是必要。合起來一個月九百三十筆誤報,而其中七百七十二筆是同一個根因:交通標誌辨識,八成三。速限資料公司手上就有 —— 這就是新的 AI 要針對訓練的東西。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5:10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6:09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6:53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7:44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8:34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9:19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10:07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11:10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11:15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為什麼現在判錯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看不到畫面外的速限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同一段影片,兩人給不同標籤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把地圖速限讀進模型(多模態輸入)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先統一判準,否則訓練資料本身就是髒的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對應哪一包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WP-C 脈絡特徵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WP-B 標註品質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28853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26110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26110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26110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9288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76545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76545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76545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35868"/>
            <a:ext cx="9658807" cy="674659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35868"/>
            <a:ext cx="9293047" cy="6746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