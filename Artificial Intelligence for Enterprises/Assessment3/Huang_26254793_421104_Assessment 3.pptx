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約 5 秒 · 23 字 · 累計 0:05</a:t>
            </a:r>
          </a:p>
          <a:p>
            <a:r>
              <a:t>── 講稿(照著唸)──</a:t>
            </a:r>
          </a:p>
          <a:p>
            <a:r>
              <a:t>今天,五個人要看完三千支影片;而客戶要的答案,兩天內。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約 65 秒 · 288 字 · 累計 1:10</a:t>
            </a:r>
          </a:p>
          <a:p>
            <a:r>
              <a:t>── 講稿(照著唸)──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約 72 秒 · 317 字 · 累計 2:22</a:t>
            </a:r>
          </a:p>
          <a:p>
            <a:r>
              <a:t>── 講稿(照著唸)──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約 52 秒 · 230 字 · 累計 3:14</a:t>
            </a:r>
          </a:p>
          <a:p>
            <a:r>
              <a:t>── 講稿(照著唸)──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約 59 秒 · 259 字 · 累計 4:13</a:t>
            </a:r>
          </a:p>
          <a:p>
            <a:r>
              <a:t>── 講稿(照著唸)──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約 44 秒 · 195 字 · 累計 4:58</a:t>
            </a:r>
          </a:p>
          <a:p>
            <a:r>
              <a:t>── 講稿(照著唸)──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約 51 秒 · 223 字 · 累計 5:48</a:t>
            </a:r>
          </a:p>
          <a:p>
            <a:r>
              <a:t>── 講稿(照著唸)──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約 50 秒 · 219 字 · 累計 6:38</a:t>
            </a:r>
          </a:p>
          <a:p>
            <a:r>
              <a:t>── 講稿(照著唸)──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約 46 秒 · 201 字 · 累計 7:24</a:t>
            </a:r>
          </a:p>
          <a:p>
            <a:r>
              <a:t>── 講稿(照著唸)──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約 47 秒 · 208 字 · 累計 8:11</a:t>
            </a:r>
          </a:p>
          <a:p>
            <a:r>
              <a:t>── 講稿(照著唸)──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約 64 秒 · 280 字 · 累計 9:15</a:t>
            </a:r>
          </a:p>
          <a:p>
            <a:r>
              <a:t>── 講稿(照著唸)──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約 5 秒 · 21 字 · 累計 9:20</a:t>
            </a:r>
          </a:p>
          <a:p>
            <a:r>
              <a:t>── 講稿(照著唸)──</a:t>
            </a:r>
          </a:p>
          <a:p>
            <a:r>
              <a:t>這些是本提案引用的公開文獻,完整清單在這一頁。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77900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9048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93337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5713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335713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111813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84381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084381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084381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066218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038786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038786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038786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1839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4421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240280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5997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8565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8565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88565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867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867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867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867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867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867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移交後天花板:約 85% 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483"/>
            <a:ext cx="9658807" cy="603044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7483"/>
            <a:ext cx="9293047" cy="603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