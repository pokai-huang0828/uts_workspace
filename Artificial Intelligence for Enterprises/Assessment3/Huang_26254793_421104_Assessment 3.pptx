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12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怎麼導入:WP-D,W8–16,對 100% 案件成立;人仍逐筆判,機器不做結案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分母是 2.0–5.0 天(內部覆核與回信各 0.25 天)—— 這下跟第 10 頁 KPI 的「全鏈路 2–5 天」一致了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WP-D 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52 秒 · 累計 3:55</a:t>
            </a:r>
          </a:p>
          <a:p/>
          <a:p>
            <a:r>
              <a:t>★ 一百二十四筆誤報,一百零三筆是同一個根因 —— 而修它要的速限資料,公司手上已經有了。</a:t>
            </a:r>
          </a:p>
          <a:p/>
          <a:p>
            <a:r>
              <a:t>· 行車輔助錯的是模型(缺脈絡),駕駛監控錯的是人(缺判準)—— 兩種病,兩種修法</a:t>
            </a:r>
          </a:p>
          <a:p>
            <a:r>
              <a:t>· 兩個比例共用同一把尺,而尺的一致性從來沒量過</a:t>
            </a:r>
          </a:p>
          <a:p>
            <a:r>
              <a:t>· 解它要的東西是速限資料 —— 公司既有資產,不用等新技術也不用買</a:t>
            </a:r>
          </a:p>
          <a:p/>
          <a:p>
            <a:r>
              <a:t># 4 台車 · 23 天 · 1,647 筆</a:t>
            </a:r>
          </a:p>
          <a:p>
            <a:r>
              <a:t># 103 / 124 = 83%</a:t>
            </a:r>
          </a:p>
          <a:p>
            <a:r>
              <a:t># 5 人 × 3.6 個分析日 × 8 小時 = 144 人時 ÷ 1,647 筆 = 5.25 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5.25 分是「單一批次的實際節奏,不是長期平均」</a:t>
            </a:r>
          </a:p>
          <a:p>
            <a:r>
              <a:t>⚠️ 🚫 不可把 83% 跟第 2 頁的 2:8 相乘 —— 不同樣本、都是估計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/>
          <a:p>
            <a:r>
              <a:t>── 備查(不唸,答辯用)──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選型與部署:兩層模型、一台設備】　目標 66 秒 · 累計 5:01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 G1 依 W1–6 的量測複核**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**設備採購在 G1 之後,不在第一段額度內** —— 今天要批的 A$18,600–20,800 本來就不含設備。一台還兩台,是第六週拿到量測才決定的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GB),要輪流載入;兩台各自常駐,而且擴到全客戶也不用再加購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P4 · 我們看不見的那一半:有資料,沒有習慣】　目標 59 秒 · 累計 6:00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P5 · 五條路,含三條不用 AI】　目標 44 秒 · 累計 6:44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P6 · 風險:七類十條,緩解位移與殘餘風險】　目標 51 秒 · 累計 7:35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P7 · 倫理與可申訴性:對照澳洲 AI 倫理八原則】　目標 50 秒 · 累計 8:25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P8 · 怎麼算成功:三層 KPI,一條回圈】　目標 46 秒 · 累計 9:10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P9 · 六個月 · 六個工作包 · 三道決策門】　目標 47 秒 · 累計 9:58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P10 · 資源、當責與請求】　目標 64 秒 · 累計 11:01</a:t>
            </a:r>
          </a:p>
          <a:p/>
          <a:p>
            <a:r>
              <a:t>★ 我請求核准第一段:四點八五人月、約一萬八千六到兩萬零八百澳幣,並指定一位贊助人。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A$18,600–20,800(規劃,非核定預算)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A$23–67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A$7.0–7.9 萬', 'note': '18.2 人月 × 月薪 A$2,970–3,320 × 間接費率 1.3。薪資量級、費率、匯率(1 A$=NT$22.6,2026-08)三項都是提案人設定的假設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A$2.2–5.2 萬(中案 3.2 萬)｜移交後(含稽核)約 A$7.7–53.9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A$23–67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13 頁 · 參考文獻(第 11 頁 — 不佔十頁額度)】　目標 5 秒 · 累計 11:06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593376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593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 4 台車 · 23 天 · 1,647 筆 = 一個小型車隊、一個月｜以下所有比例僅在此樣本內成立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477040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一致性從未量測｜不比誰準,只指錯的性質不同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標註品質包｜第 10 週建立基線，G2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17320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689888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689888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4123" y="4689888"/>
            <a:ext cx="4333323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4313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15706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15706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4123" y="5515706"/>
            <a:ext cx="433332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代價:誤報只花我們的人時,可以換算成錢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558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849624"/>
            <a:ext cx="19194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7564" y="3849624"/>
            <a:ext cx="61260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81404"/>
            <a:ext cx="45720" cy="5257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353972"/>
            <a:ext cx="2408822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353972"/>
            <a:ext cx="1919478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7564" y="4353972"/>
            <a:ext cx="6126034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50%-87.5%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你買到的三層效益,和四條隨時喊停的權力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省5–13人≈A$23–67 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VLM,篩檢與深挖由同一台設備分時;選型見第 5 頁;量化規格與台數由 G1 依 W1–6 量測複核定案。W8–12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A$18,600–20,800,並指定贊助人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2 台 · A$14,200–17,700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+ 深挖台各一;採購在 G1 之後,不在第一段額度內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74963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3152759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259996"/>
            <a:ext cx="4892753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7052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7052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A$18,600–20,800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7052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7052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7052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7052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6668"/>
            <a:ext cx="9658807" cy="603859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6668"/>
            <a:ext cx="9293047" cy="6038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