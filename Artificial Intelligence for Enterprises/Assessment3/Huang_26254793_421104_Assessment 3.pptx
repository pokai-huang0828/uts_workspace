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3864"/>
                </a:solidFill>
                <a:latin typeface="Microsoft JhengHei"/>
              </a:rPr>
              <a:t>房貸固定利率到期留存:</a:t>
            </a:r>
          </a:p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3864"/>
                </a:solidFill>
                <a:latin typeface="Microsoft JhengHei"/>
              </a:rPr>
              <a:t>先證明,再建置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10128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808080"/>
                </a:solidFill>
                <a:latin typeface="Microsoft JhengHei"/>
              </a:rPr>
              <a:t>AI 路線圖提案  ·  提交技術審查委員會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24528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333333"/>
                </a:solidFill>
                <a:latin typeface="Microsoft JhengHei"/>
              </a:rPr>
              <a:t>Po-Kai Huang(26254793)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333333"/>
                </a:solidFill>
                <a:latin typeface="Microsoft JhengHei"/>
              </a:rPr>
              <a:t>421104 Artificial Intelligence for Enterprises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333333"/>
                </a:solidFill>
                <a:latin typeface="Microsoft JhengHei"/>
              </a:rPr>
              <a:t>Assessment 3  ·  2026 年 8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介紹 · Executive Summary — Decision Requested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2395728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234440"/>
            <a:ext cx="2395728" cy="384048"/>
          </a:xfrm>
          <a:prstGeom prst="round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280160"/>
            <a:ext cx="2395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批准什麼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1709928"/>
            <a:ext cx="2139696" cy="3364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不是一套 AI 系統。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是一個 8 週的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discovery 與對照實驗,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用來回答: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房貸到期主動介入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到底有沒有增量效果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44952" y="1234440"/>
            <a:ext cx="2395728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044952" y="1234440"/>
            <a:ext cx="2395728" cy="384048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44952" y="1280160"/>
            <a:ext cx="2395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要多少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2968" y="1709928"/>
            <a:ext cx="2139696" cy="3364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約 3.5 人月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(規劃值)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無新增系統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無新增平台授權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無外部顧問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86984" y="1234440"/>
            <a:ext cx="2395728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586984" y="1234440"/>
            <a:ext cx="2395728" cy="384048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86984" y="1280160"/>
            <a:ext cx="2395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為什麼先做這個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1709928"/>
            <a:ext cx="2139696" cy="3364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到期日是確定事件,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找出客戶不需要 AI。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沒人知道的是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介入有沒有用。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在證明之前建模型,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是把最貴的一步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放在最前面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9016" y="1234440"/>
            <a:ext cx="2395728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29016" y="1234440"/>
            <a:ext cx="2395728" cy="384048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9016" y="1280160"/>
            <a:ext cx="2395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何時要決定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2" y="1709928"/>
            <a:ext cx="2139696" cy="3364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本次委員會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8 週後帶著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實驗結果回來,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那時才決定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要不要投第二階段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394959"/>
            <a:ext cx="9311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1F3864"/>
                </a:solidFill>
                <a:latin typeface="Microsoft JhengHei"/>
              </a:rPr>
              <a:t>向一家在 Evident AI Index 2025 全球第 4、亞太第 1 的機構提案(CBA, 2025a)——</a:t>
            </a:r>
          </a:p>
          <a:p>
            <a:pPr algn="l">
              <a:lnSpc>
                <a:spcPct val="140000"/>
              </a:lnSpc>
            </a:pPr>
            <a:r>
              <a:rPr sz="1400" b="1">
                <a:solidFill>
                  <a:srgbClr val="1F3864"/>
                </a:solidFill>
                <a:latin typeface="Microsoft JhengHei"/>
              </a:rPr>
              <a:t>它不缺 AI 能力。它缺的是這條業務線上的一個答案。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介紹 · 起點:CBA 已經在做的事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3_01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882" y="1051560"/>
            <a:ext cx="9179730" cy="4617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236207"/>
            <a:ext cx="93113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F3864"/>
                </a:solidFill>
                <a:latin typeface="Microsoft JhengHei"/>
              </a:rPr>
              <a:t>主動說出對自己不利的事實,是投資提案裡最強的信任機制。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AI 機會 · 缺口:房貸到期不等於定存到期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3_02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882" y="1051560"/>
            <a:ext cx="9179730" cy="4617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236207"/>
            <a:ext cx="93113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08080"/>
                </a:solidFill>
                <a:latin typeface="Microsoft JhengHei"/>
              </a:rPr>
              <a:t>CDR 降低了比價與資料取得的摩擦,但轉貸本身仍是一個完整的信貸流程。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AI 機會 · 六個未知:沒有一個能從公開資料回答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3_03_unknow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90" y="1005840"/>
            <a:ext cx="9081514" cy="4709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236207"/>
            <a:ext cx="93113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F3864"/>
                </a:solidFill>
                <a:latin typeface="Microsoft JhengHei"/>
              </a:rPr>
              <a:t>這六件事沒有一件我能從外面查到 —— 所以我請求的,是先把這六個答案買回來。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AI 機會 · 三條路,包含不用 AI 的那條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3_04_op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90" y="1005840"/>
            <a:ext cx="9081514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業務影響 · 提案:8 週 discovery + 規則式對照實驗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3_05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9311335" cy="412316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349240"/>
            <a:ext cx="9311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五個工作包的交付物全部可簽收:CEE 覆蓋現況報告、到期分佈實算、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流失事件操作型定義(業務與資料雙簽)、合規意見書、實驗結果報告、回委員會的建議書。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效益與衡量 · 實驗設計:怎麼證明介入有效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3_06_experi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90" y="1005840"/>
            <a:ext cx="9081514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業務影響 · 限制與風險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3_07_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632" y="1051560"/>
            <a:ext cx="8500230" cy="4617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236207"/>
            <a:ext cx="93113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F3864"/>
                </a:solidFill>
                <a:latin typeface="Microsoft JhengHei"/>
              </a:rPr>
              <a:t>「結論是不值得做」不是失敗 —— 是用 3.5 人月避免了 27.5 人月的錯誤投資。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業務影響 · 社會文化與倫理影響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3_08_eth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160" y="1051560"/>
            <a:ext cx="8731173" cy="4617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236207"/>
            <a:ext cx="93113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這個系統最根本的倫理問題,不在它用了什麼特徵,在它決定先照顧誰。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效益與衡量 · 決策規則:什麼結果導向什麼下一步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3_09_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90" y="1005840"/>
            <a:ext cx="9081514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項目計畫 · 時程、資源與當責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3_10_re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60"/>
            <a:ext cx="6152170" cy="32461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60920" y="1051560"/>
            <a:ext cx="2880360" cy="3246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60920" y="1051560"/>
            <a:ext cx="2880360" cy="384048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60920" y="1097280"/>
            <a:ext cx="2880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關鍵利益相關者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8936" y="1527048"/>
            <a:ext cx="2624328" cy="26791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>專案贊助人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>(零售銀行主管)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>業務負責人(房貸)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>資料負責人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>合規法務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>客戶經理代表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3333"/>
                </a:solidFill>
                <a:latin typeface="Microsoft JhengHei"/>
              </a:rPr>
              <a:t>財務(產品別 margin)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526280"/>
            <a:ext cx="9311335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1F3864"/>
                </a:solidFill>
                <a:latin typeface="Microsoft JhengHei"/>
              </a:rPr>
              <a:t>關鍵路徑是「合規預審 → 對照實驗」—— 合規意見書未出,實驗不能開始。</a:t>
            </a:r>
          </a:p>
          <a:p>
            <a:pPr algn="l">
              <a:lnSpc>
                <a:spcPct val="145000"/>
              </a:lnSpc>
            </a:pPr>
            <a:r>
              <a:rPr sz="1300" b="0">
                <a:solidFill>
                  <a:srgbClr val="1F3864"/>
                </a:solidFill>
                <a:latin typeface="Microsoft JhengHei"/>
              </a:rPr>
              <a:t>這是本案唯一的外部依賴,也是唯一需要簽核才能放行的關卡。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結論與批准請求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2395728" cy="3337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280160"/>
            <a:ext cx="2395728" cy="384048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2395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批准什麼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" y="1755648"/>
            <a:ext cx="2139696" cy="27706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8 週 discovery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+ 規則式對照實驗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約 3.5 人月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44952" y="1280160"/>
            <a:ext cx="2395728" cy="3337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44952" y="1280160"/>
            <a:ext cx="2395728" cy="384048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1325880"/>
            <a:ext cx="2395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為什麼是這個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72968" y="1755648"/>
            <a:ext cx="2139696" cy="27706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到期日是確定事件,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找出客戶不需要 AI。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沒人知道介入有沒有用,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而那是地基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86984" y="1280160"/>
            <a:ext cx="2395728" cy="3337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86984" y="1280160"/>
            <a:ext cx="2395728" cy="384048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86984" y="1325880"/>
            <a:ext cx="2395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會拿到什麼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1755648"/>
            <a:ext cx="2139696" cy="27706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六個未知的答案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一個帶信賴區間的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增量效果估計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一份走或不走的建議書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9016" y="1280160"/>
            <a:ext cx="2395728" cy="3337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29016" y="1280160"/>
            <a:ext cx="2395728" cy="384048"/>
          </a:xfrm>
          <a:prstGeom prst="round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29016" y="1325880"/>
            <a:ext cx="2395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已知限制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032" y="1755648"/>
            <a:ext cx="2139696" cy="27706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CEE 覆蓋範圍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待內部確認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實驗可能受執行率影響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結論可能是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333333"/>
                </a:solidFill>
                <a:latin typeface="Microsoft JhengHei"/>
              </a:rPr>
              <a:t>「不值得做」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892040"/>
            <a:ext cx="9311335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1">
                <a:solidFill>
                  <a:srgbClr val="1F3864"/>
                </a:solidFill>
                <a:latin typeface="Microsoft JhengHei"/>
              </a:rPr>
              <a:t>我今天不是來要一套系統的預算。我是來要一個答案的預算。</a:t>
            </a:r>
          </a:p>
          <a:p>
            <a:pPr algn="l">
              <a:lnSpc>
                <a:spcPct val="145000"/>
              </a:lnSpc>
            </a:pPr>
            <a:r>
              <a:rPr sz="1600" b="1">
                <a:solidFill>
                  <a:srgbClr val="1F3864"/>
                </a:solidFill>
                <a:latin typeface="Microsoft JhengHei"/>
              </a:rPr>
              <a:t>八週之後,我會帶著這個答案回來 —— 那時候各位要批的,才是一個真正的投資案。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3864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88720"/>
            <a:ext cx="11185855" cy="5212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>本頁依 notes/A3_參考文獻_查證版.md 填入 —— 該檔的每一筆都經 WebFetch 實地查證,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>查不到出處的一律標明,未採用。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>已查證可用(七筆):CBA 2019 分析師簡報(CEE 定存到期留存 85%)、CBA 2022 CEE 說明、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>CBA 2024 GenAI 與客服、CBA 2025 詐騙損失、CBA FY25 業績、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>Devriendt, Berrevoets &amp; Verbeke (2021) Information Sciences(uplift modeling,有 DOI)、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>澳洲 CDR 官方資料。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>⚠️ 已排除:A$611.5bn(查無精確出處,改用 A$634bn);市占 25.4% 標明對應 1H25 非 FY25。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Microsoft JhengHei"/>
              </a:rPr>
              <a:t>三條機械判準:每筆可點擊深層連結 / 零重複條目 / 零孤兒條目。APA 7,字級不小於 12pt。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