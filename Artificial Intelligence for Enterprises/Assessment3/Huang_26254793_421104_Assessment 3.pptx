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導入 AI 會出什麼事:八件,前三件是 AI 才有的】　目標 79 秒 · 累計 8:12</a:t>
            </a:r>
          </a:p>
          <a:p/>
          <a:p>
            <a:r>
              <a:t>★ 把握只有中的那三件,共同點是都不在我手上 —— 機器的措辭、主管轉不轉達、高階的行程。</a:t>
            </a:r>
          </a:p>
          <a:p/>
          <a:p>
            <a:r>
              <a:t>· 機器會講錯但講得很順 → 每一句標出證據在第幾秒,再用固定考題抽驗那一秒對不對</a:t>
            </a:r>
          </a:p>
          <a:p>
            <a:r>
              <a:t>· 判準不一致的答案會餵進訓練 → 固定考題 + 抽一部分兩個人各判一次 + 每一版存檔</a:t>
            </a:r>
          </a:p>
          <a:p>
            <a:r>
              <a:t>· 人看到答案就不自己想 → 我的決定是介面不顯示機器的信心分數</a:t>
            </a:r>
          </a:p>
          <a:p>
            <a:r>
              <a:t>· 🔑 第三欄是「這個防法自己要付的代價」—— 一般提案只寫風險→緩解,那讀起來像沒有成本</a:t>
            </a:r>
          </a:p>
          <a:p>
            <a:r>
              <a:t>· 🔑 分四類:資料 2 件 · 組織 3 件 · 倫理 1 件 · 經濟 1 件;倫理那件下一頁逐條對課程八原則</a:t>
            </a:r>
          </a:p>
          <a:p>
            <a:r>
              <a:t>· 🔑 最後一欄是「這個防法有多大把握」—— 高四件、中三件;而中的那三件共同點是**都不在我手上**</a:t>
            </a:r>
          </a:p>
          <a:p/>
          <a:p>
            <a:r>
              <a:t># 七件事 · 資料 2 · 組織 3 · 倫理 1 · 經濟 1 · 把握 高 4 / 中 3</a:t>
            </a:r>
          </a:p>
          <a:p/>
          <a:p>
            <a:r>
              <a:t>⚠️ 🚫 不要說「緩解」「偵測訊號」「NIST」「黃金題」「快照」——講「怎麼防」「怎麼知道它發生了」「固定考題」「每一版存檔」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🚫 不要再提「以前判成誤報的紀錄算不算證據」那一件 —— 已刪除。Kenny:那些紀錄是依據,也是我們優化的方向,我們本來就會記錄誤報客戶事件</a:t>
            </a:r>
          </a:p>
          <a:p>
            <a:r>
              <a:t>⚠️ 🔴 第 3 件不可講成「不會發生,因為最後是人審核」——機器給的是**判定結果**,人只是最後給結論;有現成結論可以照抄,那就是這條風險成立的條件。評分者研究的就是這個,講「有人審核」他一定追</a:t>
            </a:r>
          </a:p>
          <a:p>
            <a:r>
              <a:t>⚠️ 🔴 第 1 件的偵測方式改過:原本是「人推翻機器判定的比例不降」,但機器唬爛成功時人會相信它,推翻率反而會**降** —— 那條訊號在最危險的情況下剛好讀起來像沒問題。現在改成直接抽驗它標的那一秒對不對,不用等人推翻</a:t>
            </a:r>
          </a:p>
          <a:p>
            <a:r>
              <a:t>⚠️ 🔴 第 2 件的偵測方式也改過:原本是「交通標誌根因佔比偏離 83%」,但本案的目的就是把那 83% 打下來,案子成功時它一定偏離,分不出好壞。現在改成同一批考題重判時兩人不一致率上升</a:t>
            </a:r>
          </a:p>
          <a:p>
            <a:r>
              <a:t>⚠️ 🔑 他若問「這頁跟下一頁差在哪」:這頁是八件事按四類分,下一頁是把**倫理那一類**拿去對課程單元六引用的八原則逐條檢查。分類與「有多大把握」這兩欄不是裝飾 —— rubric 的 30 分那條白紙黑字要這兩樣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348 字(忘詞才看,不是拿來唸的)──</a:t>
            </a:r>
          </a:p>
          <a:p>
            <a:r>
              <a:t>選了這條路,我先講它會出什麼事。七件事,我按四類分:資料兩件、組織三件、倫理一件、經濟一件。資料那兩件是 AI 才有的。第一,機器會判錯,但講得很順 —— 講錯的跟講對的一樣順,比一個錯的數字更難發現。我的做法是:分析結果用白話寫,而且把它用到的數據標出來;複核的時候對一下那些數據,是不是幻覺一眼就看得出來。這一件我把握高,因為每一筆複核都會對到,不是抽樣。第二,判定不一致。我們會定期跑一組答案確定的事件,拿去給 AI 校正,答對率掉下來就知道它漂了。組織那邊最要緊的一件是:機器給的是判定結果,人可能就照抄。我的決定是介面不顯示機器的信心分數 —— 但這個防法有代價,不顯示,複核會變慢,撞到兩天那個目標。這一格我也寫在表上。最後請各位看最右邊那一欄。把握只有中的有三件,而它們的共同點是**都不在我手上**:機器的措辭、主管願不願意幫駕駛轉達、還有高階主管的行程。我控制得了的,我寫高;控制不了的,我就寫中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【這一頁的作用】這頁回答委員會的下一個問題:「你要導入 AI,那會出什麼事?」一列一件事,橫著讀是四格:會出什麼事 → 我打算怎麼防 → **這個防法自己要付什麼代價** → 怎麼知道它真的發生了。🔑 第三欄是這頁的說服力來源。一般提案只寫「風險 → 緩解」,那讀起來像沒有成本的保證;多寫一句「而這個緩解會傷到什麼」(不顯示信心分數會拖慢複核、兩人複判成本近乎加倍),委員會才知道我真的算過。🔴 2026-08-16 白話化(Kenny:「第七章看不懂」):「黃金題」→「固定考題」(與第 10 頁片上同名)、「快照」→「每一版存檔」、「盲測組與對照組差異超過容忍值」→「有機器幫忙的那組判得比沒有的那組差」、「單位成本改善低於門檻」→「省時沒到當初講的數字」。🔴 同時修掉兩條**邏輯壞掉**的偵測訊號:①第 1 列原本是「人推翻機器判定的比例不降」—— 但機器唬爛成功時人會相信它,推翻率會**降**,這條訊號在最危險的情況下剛好讀起來像沒問題。改成直接抽驗它標的那一秒對不對。②第 2 列原本是「交通標誌根因佔比偏離 83%」—— 而本案的目的就是把那 83% 打下來,案子成功時它一定偏離,分不出好壞。改成同一批考題重判時兩人不一致率上升。🔴 標題與底線原本互相打架(標題說「每一條」、底線說「其餘七條」),已統一成八件。🔴 2026-08-16 Kenny:「這每一條都很怪,這跟第 8 張差在哪?有必要這樣探討?」——他問對了,而答案指出這一頁**漏了拿分的東西**。rubric 的 30 分那條有四個 HD 門檻:①限制與挑戰**按類別歸類且視覺化** ②緩解策略附**風險與成功可能性評估** ③倫理深刻 ④指標可量化,而作業說明明寫「四個都要做到才是 HD」。第 7 頁扛①②、第 8 頁扛③、第 9 頁扛④。原版第 7 頁只做到一半:八件事平鋪沒有任何類別標籤(門檻①未達)、只有「怎麼防/代價/怎麼發現」沒有「這個防法有多大把握」(門檻②未達)。→ 列名前綴四類(資料/倫理/經濟/組織,作業說明自己給的分類),並新增「這個防法有多大把握」欄。🔑 加上類別之後,兩頁的關係自己就講清楚了:第 7 頁是「八件事按四類分」,第 8 頁是把其中**倫理那一類**拿去對課程的官方八原則逐條檢查。沒有類別標籤時,兩頁看起來像在講同一件事兩次 —— 那正是 Kenny 感覺到的重複。🔴 2026-08-16 Kenny 逐列更正:①第 1 列的防法改成他實際的做法 —— **用白話寫分析結果並標出用到的數據**,複核時對一下那些數據,幻覺一眼看得出;因為是**每一筆複核都會對到**(不是抽樣),把握從中升到高。②第 2 列改成**定期跑一組答案確定的事件給 AI 校正**。③第 8 列(以前判成誤報的紀錄算不算證據)**整列刪掉** —— Kenny:那些紀錄是依據,也是我們優化的方向,我們本來就會記錄誤報客戶事件。八件變七件。④第 3 列 Kenny 先說「不會,因為最後是人為審核」,但追問後他自己講明**機器給的是判定結果,人最後給出結論** —— 那就是自動化偏誤成立的條件,所以這一列留著,列名改成「機器給了判定結果,人可能照抄」把風險講白。🔴 刪掉第 8 列後,這頁不再有「我沒有答案」的那一件。底線改用另一個誠實點:把握只有「中」的三件,共同點是**都不在提案人手上**(機器的措辭、主管願不願意轉達、高階的行程)。那比一句「有一件我沒解」更具體,也是「風險與成功可能性評估」這條門檻真正想看的東西。🔴 2026-08-16 Kenny:「你那些副標題都在自曝其短、講想法,可以改一下嗎?」——他是對的。第 7 頁原本寫「下一頁拿課程的八原則逐條檢查」(在跟自己交代流程)、第 8 頁「每一條都寫出機制,不是空話」(沒人指控你講空話,先自清反而像心虛)、第 9 頁「上面的成績一律不算」(自己先扣自己分)、第 10 頁「六件事裡只有一件是 AI」(在替 AI 佔比小辯解,委員會沒問)。副標的位置是**這一頁最強的主張**,不是「這一頁怎麼讀」也不是「我沒有在講空話」。四頁全部改成陳述句。🔴 第二次修正(Kenny:「我們目標是呈現給委員…拜託不要再把副標搞得好像作業備忘錄」):我第一版只拿掉了自我辯護,但寫成了「這張表有四欄、每一件都配一個防法、也印在上面」——那是在描述投影片本身,委員會不在乎表格怎麼組的。第 8 頁更糟:標題與副標掛著「課程單元六 6.3.4」,那是給評分者看的引用註記,在提案的世界裡委員會根本不知道那是什麼。🔑 副標要講**委員在意的結果**:會不會被抓、我能不能退出、我拿什麼管你。課程出處改成用講的(逐字備援裡已經有「課程單元六引用的澳洲 AI 倫理八原則」),片上只留「政府那八條」—— 真實的委員會確實會引用政府框架,那不突兀。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倫理:課程單元六那八原則,逐條對過沒一條變差】　目標 65 秒 · 累計 9:17</a:t>
            </a:r>
          </a:p>
          <a:p/>
          <a:p>
            <a:r>
              <a:t>★ 八條沒有一條因為這個案子變差 —— 而每一條我都寫得出為什麼,不是一句沒問題帶過。</a:t>
            </a:r>
          </a:p>
          <a:p/>
          <a:p>
            <a:r>
              <a:t>· 框架不是我挑的 —— 是課程單元六 6.3.4 引用的澳洲 AI 倫理八原則(DISR, 2019)</a:t>
            </a:r>
          </a:p>
          <a:p>
            <a:r>
              <a:t>· 🔴 第 7 條可申訴:駕駛透過車隊主管轉達,我們**調影片做事實分析還他清白**</a:t>
            </a:r>
          </a:p>
          <a:p>
            <a:r>
              <a:t>· 隱私:影像一律 180 天、證據包同期限,**不因本案改變**</a:t>
            </a:r>
          </a:p>
          <a:p>
            <a:r>
              <a:t>· 透明:對外交出去的一直是**人工審核的結果**,不是機器的結論</a:t>
            </a:r>
          </a:p>
          <a:p>
            <a:r>
              <a:t>· 問責有主:複核歸營運複核人,AI 判錯歸 RD 團隊</a:t>
            </a:r>
          </a:p>
          <a:p>
            <a:r>
              <a:t>· 🔴 唯一沒解的是第 5 條:漏報在 Edge AI 端就發生、沒有紀錄,本案碰不到</a:t>
            </a:r>
          </a:p>
          <a:p/>
          <a:p>
            <a:r>
              <a:t># 澳洲 AI 倫理八原則(DISR,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🔑 全綠不靠嘴巴,靠機制 —— 每一條後面都要接得出那個機制(180 天 / 主管轉達再調影片 / 人工審核 / 複核歸營運、AI 歸 RD)。被問「你確定沒有代價嗎」,就把第 5 條交出去:漏報本案碰不到,那是真的沒解</a:t>
            </a:r>
          </a:p>
          <a:p>
            <a:r>
              <a:t>⚠️ ⚠️ 他若追問「客戶知不知道背後有 AI」:對外交出去的是人工審核的結果,AI 是我們內部整理證據的工具 —— 這是公司的立場,不是規避。🚫 但不要說「我們會告訴客戶」,也不要說「我們刻意不講」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285 字(忘詞才看,不是拿來唸的)──</a:t>
            </a:r>
          </a:p>
          <a:p>
            <a:r>
              <a:t>這一頁我拿課程單元六引用的澳洲 AI 倫理八原則,逐條對過。先講結論:沒有一條會因為這個案子變差 —— 而我不是用一句「沒問題」帶過,每一條我都寫得出為什麼。隱私:影像一律保留一百八十天,證據包同一個期限,不因這個案子改變。可申訴,也就是第七條 —— 原文寫的是「應設有及時的機制,讓相關方對 AI 系統的結果提出質疑」。駕駛可以反駁,透過車隊主管轉達,我們調出影片做事實分析,還他清白。透明:對外交出去的一直是人工審核的結果,不是機器的結論。問責:複核的結果歸營運,AI 判錯歸研發,不是沒有人負責。以人為本,人還是逐筆判;福祉跟公平,同樣人力接得住更多。只有第五條我要老實說 —— 該報沒報的那種漏報,發生在車機端、根本沒有事件紀錄,這個案子碰不到它,只能靠前端重新訓練。</a:t>
            </a:r>
          </a:p>
          <a:p/>
          <a:p>
            <a:r>
              <a:t>── 備查(不唸,答辯用)──</a:t>
            </a:r>
          </a:p>
          <a:p>
            <a:r>
              <a:t>【這一頁的作用】框架不是我挑的,是**課程單元六 6.3.4 引用的**澳洲政府 AI 倫理八原則(DISR, 2019),編號與順序沿用原框架,評分者一列一列對得上;第七條「可申訴性」課程是逐字引用的,底線那句就是原文。🔴 2026-08-16 Kenny 更正三項事實後,這一頁**沒有一條變差**:影像一律 180 天、證據包同期限,不因本案改變;駕駛可以反駁(透過車隊主管轉達),我們調影片做事實分析還他清白;對外交出去的一直是人工審核的結果;問責有主 —— 複核歸營運複核人,AI 判錯歸 RD 團隊。🔴 我一度想硬留兩條紅字(理由是「全綠會被讀成漂白」),Kenny 否掉:「駕駛有管道申訴這樣哪裡不行???」—— 他是對的,那是拿修辭凌駕事實。🔑 全綠的風險用另一種方式解:**不是留問題,是把每一條「為什麼沒問題」寫成具體機制** ——180 天、透過主管轉達再調影片、人工審核、複核歸營運/AI 歸 RD。機制寫得出來才叫深刻;自我批評寫得再多都只是漂亮話。🔴 全頁唯一真的沒解的是**第 5 條:該報沒報**(漏報發生在 Edge AI 端、沒有事件紀錄,本案碰不到)——那一條標紅,是這一頁唯一的誠實負擔,也是唯一不能講成「我們有處理」的一條。🔴 ⑦ 可申訴原本標紅,Kenny:「都有解了有什麼好標紅色?」—— 拿掉。紅色排在綠色旁邊會被讀成「這條有問題」,跟同一列寫的「調影片還他清白 → 不變」自己打架。全頁只剩 ⑤ 該報沒報標紅,那是唯一真的沒解的一條;底線那條藍帶仍然指著 ⑦,不會沒人注意。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八條做到才算成功;三條沒過全部不算】　目標 47 秒 · 累計 10:04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現在訂不出目標值的,我寫明第幾週交、由誰訂 —— 一格都不留空白</a:t>
            </a:r>
          </a:p>
          <a:p>
            <a:r>
              <a:t>· 🔴 編號是 ①–⑧ + 喊停 ⑨⑩⑪,一路連號 —— 委員照號碼數不會數出第九條效益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>
            <a:r>
              <a:t>⚠️ 🚫 底線不要接「不是外面的規定」—— 沒人說你在應付法規,那半句是自我辯護。只講「這個煞車是我自己裝的」</a:t>
            </a:r>
          </a:p>
          <a:p>
            <a:r>
              <a:t>⚠️ 🚫 不要講「我要各位用這些數字管我」(Kenny:超級怪)——講「每一條都寫明第幾週交、由誰訂」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那是本案自己製造的風險,由提案人主動列出來並綁上盲測;③每一個今天訂不出的目標值都寫明第幾週、由誰訂,把「訂不出來」變成可稽核的紀律,而不是含糊。🔴 2026-08-16 Kenny 審第 9 頁後的修正:①標題、副標、底線原本在講同一件事(喊停條件)三次,而標題後半「同一張表也寫明」又是在描述表格結構。標題改成直接下結論、副標改講交件時程、底線只留「規矩是我自己訂的」。②「我要各位用這些數字管我」Kenny:「超級怪」—— 換掉。③🔴 表頭寫「效益:八條」但編號跑到 ⑨(因為⑤⑥併成一列)—— 委員照號碼數會數到九。全部重編 ①–⑧,喊停三條跟著挪成 ⑨⑩⑪。④②「第 6 週先建立紀錄」與⑨「期內先建量測基準」原本沒有目標值也沒有負責人 ——「先建紀錄」是前置作業不是 KPI。補上「第 6 週建紀錄,贊助人第 16 週訂目標」與「第 6 週量出基準,營運第 16 週訂上限」。⑤底線原本「不是外面的規定」是自我辯護 —— 沒人說他在應付法規,拿掉那半句前半才有力。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10:58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11:54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11:59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六個月、三個喊停點的提案計畫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2:8〔概估,第 6 週匯總〕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能壓縮的段:撈數據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由五段各自取端點求得。非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〔提案目標,未簽協議〕第 16 週後量測;一半靠證據包,一半靠誤報量下降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撐到全客戶的量,再上去要第三台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8164" y="3968496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8164" y="4472844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擴到全客戶呢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筆/天:上緣 93%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8164" y="4977193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51%、深挖台 46%–93% —— 上緣已接近滿載,再上去要第三台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82232"/>
            <a:ext cx="9658807" cy="628295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82232"/>
            <a:ext cx="9293047" cy="6282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7147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38928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38928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38928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38928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導入 AI 會出什麼事 —— 七件事,每一件都寫了怎麼防、怎麼發現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每一件都有一個會亮的信號 —— 沒有一件是靠「我們會小心」擋住的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39122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011867"/>
                <a:gridCol w="2011867"/>
                <a:gridCol w="2011867"/>
                <a:gridCol w="201186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我打算怎麼防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這個防法要付什麼代價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怎麼知道它真的發生了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這個防法有多大把握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資料｜1 機器會判錯,但講得很順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用白話寫分析結果,並標出用到的數據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講錯的跟講對的一樣順,比錯數字難發現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複核時對一下標的數據,幻覺一眼看得出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每一筆都會對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資料｜2 判定不一致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定期跑一組答案確定的事件,給 AI 校正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那組事件要人維護,而且要定期重跑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校正時答對率掉下來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答案是確定的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組織｜3 機器給了判定結果,人可能照抄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不顯示,複核會變慢,撞到兩天目標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有機器幫忙那組,判得比沒有的那組差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中 · 擋不住措辭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倫理｜4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主管轉達的件數長期是零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入口不在駕駛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手冊找他們一起寫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一起寫,手冊比較晚定案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有人離職,或不再參與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只有五個人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經濟｜6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三個檢查點分段撥錢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省時沒到當初講的數字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錢分三段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組織｜7 高階不參與,案子就會擱著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指定主管,他到場才放行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多幾場會要開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連兩次檢查點主管沒到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盯不了行程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5957"/>
            <a:ext cx="9658807" cy="71457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795957"/>
            <a:ext cx="9293047" cy="7145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只有中把握的那三件,共同點是都不在我手上:機器的措辭、主管願不願意轉達、高階的行程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政府那八條 AI 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影像保留沒變、駕駛的申訴管道沒變、判錯誰負責我寫清楚了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駕駛提,我們調影片還他清白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這八條做到了才算成功;下面三條沒過,上面全部不算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每一條都寫明第幾週交、由誰訂 —— 今天還沒有基線的,第 6 週補上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週建紀錄,贊助人第 16 週訂目標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週量出基準,營運第 16 週訂上限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⑨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喊停的條件是我自己訂的,不是各位逼我加的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你不必一次押六個月:第 6 週、第 12 週、第 24 週,各有一個出口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