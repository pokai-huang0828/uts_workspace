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12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怎麼導入:WP-D,W8–16,對 100% 案件成立;人仍逐筆判,機器不做結案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分母是 2.0–5.0 天(內部覆核與回信各 0.25 天)—— 這下跟第 10 頁 KPI 的「全鏈路 2–5 天」一致了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WP-D 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52 秒 · 累計 3:55</a:t>
            </a:r>
          </a:p>
          <a:p/>
          <a:p>
            <a:r>
              <a:t>★ 一百二十四筆誤報,一百零三筆是同一個根因 —— 而修它要的速限資料,公司手上已經有了。</a:t>
            </a:r>
          </a:p>
          <a:p/>
          <a:p>
            <a:r>
              <a:t>· 行車輔助錯的是模型(缺脈絡),駕駛監控錯的是人(缺判準)—— 兩種病,兩種修法</a:t>
            </a:r>
          </a:p>
          <a:p>
            <a:r>
              <a:t>· 兩個比例共用同一把尺,而尺的一致性從來沒量過</a:t>
            </a:r>
          </a:p>
          <a:p>
            <a:r>
              <a:t>· 解它要的東西是速限資料 —— 公司既有資產,不用等新技術也不用買</a:t>
            </a:r>
          </a:p>
          <a:p/>
          <a:p>
            <a:r>
              <a:t># 4 台車 · 23 天 · 1,647 筆</a:t>
            </a:r>
          </a:p>
          <a:p>
            <a:r>
              <a:t># 103 / 124 = 83%</a:t>
            </a:r>
          </a:p>
          <a:p>
            <a:r>
              <a:t># 5 人 × 3.6 個分析日 × 8 小時 = 144 人時 ÷ 1,647 筆 = 5.25 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5.25 分是「單一批次的實際節奏,不是長期平均」</a:t>
            </a:r>
          </a:p>
          <a:p>
            <a:r>
              <a:t>⚠️ 🚫 不可把 83% 跟第 2 頁的 2:8 相乘 —— 不同樣本、都是估計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/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選型與部署:兩層模型、一台設備】　目標 66 秒 · 累計 5:01</a:t>
            </a:r>
          </a:p>
          <a:p/>
          <a:p>
            <a:r>
              <a:t>★ 同一個車隊、同一天:人要 29.8–42.9 人時而產能只有 40,機器一台跑完只用掉三成。</a:t>
            </a:r>
          </a:p>
          <a:p/>
          <a:p>
            <a:r>
              <a:t>· 篩檢層 Qwen3.5 122B-A10B(4-bit,MoE 活化 10B):不讀小字,只決定要不要深看</a:t>
            </a:r>
          </a:p>
          <a:p>
            <a:r>
              <a:t>· 深挖層 Qwen2.5-VL 72B(8-bit):讀交通標誌,只跑爭議那 5–10%</a:t>
            </a:r>
          </a:p>
          <a:p>
            <a:r>
              <a:t>· 分兩層的理由:讀小字要高解析度,高解析度就慢 —— 全量用高解析度跑不完</a:t>
            </a:r>
          </a:p>
          <a:p/>
          <a:p>
            <a:r>
              <a:t># DGX Spark · 128 GB 統一記憶體 · 273 GB/s · NT$16–20 萬/台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一台合計 5.4–8.0 小時/天(佔用率 23%–33%);全客戶 13,000 筆時才需要第二台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 G1 依 W1–6 的量測複核**</a:t>
            </a:r>
          </a:p>
          <a:p>
            <a:r>
              <a:t>⚠️ 他若問「4-bit 讀不讀得到小字」:讀不到 —— 所以那是深挖層的工作,篩檢層只做分流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那要用什麼跑?兩個開源的視覺語言模型,都在地端,影像不外傳。篩檢層是 MoE,一百二十二 B 只活化十 B,算得快;它不讀小字,只決定這筆要不要深看。深挖層讀得到交通標誌上的字,只跑客戶回頭爭議的那百分之五到十。分兩層的理由就在這:讀小字要高解析度,而高解析度就慢。設備是 DGX Spark,一百二十八 G 統一記憶體,一台十六到二十萬;它的瓶頸不是算力,是記憶體頻寬 —— 那決定吐字的速度。兩個模型各佔約七十五 G,加起來超過一百二十八,所以分時載入。各位看最下面這一行:同一個車隊、同一天,人要二十九點八到四十二點九人時,而我們的產能只有四十;機器五點四到八小時,一台就跑完,佔用率不到三成。擴到全客戶一萬三千筆的時候一台就不夠了 —— 那時候串第二台,那是第一道門的決定。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P4 · 我們看不見的那一半:有資料,沒有習慣】　目標 59 秒 · 累計 6:00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P5 · 五條路,含三條不用 AI】　目標 44 秒 · 累計 6:44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P6 · 風險:七類十條,緩解位移與殘餘風險】　目標 51 秒 · 累計 7:35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P7 · 倫理與可申訴性:對照澳洲 AI 倫理八原則】　目標 50 秒 · 累計 8:25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P8 · 怎麼算成功:三層 KPI,一條回圈】　目標 46 秒 · 累計 9:10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P9 · 六個月 · 六個工作包 · 三道決策門】　目標 47 秒 · 累計 9:58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P10 · 資源、當責與請求】　目標 64 秒 · 累計 11:01</a:t>
            </a:r>
          </a:p>
          <a:p/>
          <a:p>
            <a:r>
              <a:t>★ 我請求核准第一段:四點八五人月、量級四十二到四十七萬,並指定一位贊助人。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NT$42–47 萬(規劃,非核定預算)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520–1,521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NT$158–177 萬', 'note': '18.2 人月 × 月薪 NT$6.7–7.5 萬 × 間接費率 1.3。薪資量級、費率、匯率(1 A$≈NT$21)三項都是提案人設定的假設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NT$520–1,521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13 頁 · 參考文獻(第 11 頁 — 不佔十頁額度)】　目標 5 秒 · 累計 11:06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593376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593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 4 台車 · 23 天 · 1,647 筆 = 一個小型車隊、一個月｜以下所有比例僅在此樣本內成立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477040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17320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689888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689888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4123" y="4689888"/>
            <a:ext cx="4333323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4313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15706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15706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4123" y="5515706"/>
            <a:ext cx="433332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兩層模型、一台設備分時跑 —— 同一個車隊,機器一天只用掉三成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· 128 GB 統一記憶體 · NT$16–20 萬/台;瓶頸不是算力,是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篩檢層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深挖層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這一層只做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為什麼分時載入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75 + 75 GB &gt; 128 GB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兩個模型不同時常駐,同一台設備輪流載入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擴到全客戶時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13,000 筆/天 → 一台不夠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23–35 小時/天;串第二台 → 256 GB,設備成本翻倍,G1 決定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31778"/>
            <a:ext cx="9658807" cy="678749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31778"/>
            <a:ext cx="9293047" cy="678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機器 5.4–8.0 小時,一台,佔用 23%–33%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代價:誤報只花我們的人時,可以換算成錢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558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849624"/>
            <a:ext cx="19194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7564" y="3849624"/>
            <a:ext cx="61260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81404"/>
            <a:ext cx="45720" cy="5257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353972"/>
            <a:ext cx="2408822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353972"/>
            <a:ext cx="1919478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7564" y="4353972"/>
            <a:ext cx="6126034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50%-87.5%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你買到的三層效益,和四條隨時喊停的權力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省5–13人≈NT$520–1,521萬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VLM,篩檢與深挖由同一台設備分時;選型見第 5 頁;量化規格與台數由 G1 依 W1–6 量測複核定案。W8–12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75065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市場採購量級,非核定採購價;本頁唯一不由算式推得的金額。台數由 G1 依 W1–6 定案;全客戶量需第二台。設備 = 初階工程師年成本的 14%–19%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16618"/>
            <a:ext cx="45720" cy="75065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89186"/>
            <a:ext cx="2408822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89186"/>
            <a:ext cx="3152759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689186"/>
            <a:ext cx="4892753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9108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9108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NT$42–47 萬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9108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9108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910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910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8724"/>
            <a:ext cx="9658807" cy="601803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8724"/>
            <a:ext cx="9293047" cy="601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