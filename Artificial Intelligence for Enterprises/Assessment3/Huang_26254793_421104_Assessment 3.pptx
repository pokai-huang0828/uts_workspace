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58 秒 · 累計 6:22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人),編制停不下來 → 拒絕</a:t>
            </a:r>
          </a:p>
          <a:p>
            <a:r>
              <a:t>· 調班:只壓得到排隊那 0–1 天,一樣跟量走但便宜、隨時可停 → 第 6 週決定</a:t>
            </a:r>
          </a:p>
          <a:p>
            <a:r>
              <a:t>· 地端 AI:壓的是撈數據 + 判讀那 50–87.5%,前期投入一次,三個檢查點都能停 → 採用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🚫 不可貶低調班 —— 判決欄自己寫「待第 6 週決定」。要打它就用時效那一格:它只壓得到排隊那 0–1 天,壓不到撈數據跟判讀</a:t>
            </a:r>
          </a:p>
          <a:p/>
          <a:p>
            <a:r>
              <a:t>→ 換下一頁</a:t>
            </a:r>
          </a:p>
          <a:p/>
          <a:p>
            <a:r>
              <a:t>── 逐字備援 · 257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所以我拒絕它。第二條是調班加尖峰支援,把現在徵調的七位研發轉成正式編組。它便宜,而且隨時可以停、退回原班表,所以我不預先否決它 —— 但請看時效那一欄:它只壓得到排隊那零到一天。第三條才是本案:地端 AI 事件判讀,讀懂事件脈絡、產出證據包。它壓的是撈數據跟判讀那五成到八成八,也就是真正慢的那一段;前期投入一次,之後量再長也不會等比長,而且三個檢查點都可以停。差別不在做什麼,在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天),四個欄位並排:做什麼、**能壓到哪一段時間**、量變大時成本怎麼長、能不能反悔 —— 差別因此不是三段等長的描述,而是一眼分得出的取捨。🔴 時效那一欄是本頁的勝負手:第 3 頁自己寫「排隊只有 0–1 天,那是排班解得掉的唯一一段」,把那個數字搬過來,「為什麼不直接調班就好」這個最便宜的反問當場被答掉,而且是用提案自己的數字答的。同時最便宜的調班沒有被畫醜也沒有被預先否決(判決欄寫「待第 6 週決定」),第 6 週那個檢查點有兩個同粗的出口,其中一個通向不做本案 —— 核准因此是一個低風險決定。🔴 這頁**不列**規則式比對與公司既有雲端規劃:前者是本案自己的第 3 件事(第 10 頁,AI 的對照組),後者還在研擬。Kenny 2026-08-16:「就不是選項你講幹嘛」—— 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7:27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8:10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8:58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9:51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10:47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10:52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 —— 加人的成本跟量一起長,AI 是前期投入一次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79222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　❌ 拒絕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5918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　⏸ 待決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一樣跟量走,只是便宜一點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79222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　✅ 採用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167" y="5138928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3167" y="5138928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7569" y="5138928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7569" y="51389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