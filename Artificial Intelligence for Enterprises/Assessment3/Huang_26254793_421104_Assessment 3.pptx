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12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10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65 秒 · 累計 4:07</a:t>
            </a:r>
          </a:p>
          <a:p/>
          <a:p>
            <a:r>
              <a:t>★ 八成三的誤報回到交通標誌 —— 而速限資料公司手上就有,這就是新 AI 要針對訓練的。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286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速限資料公司手上就有 —— 這就是新的 AI 要針對訓練的。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5:14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P4 · 我們看不見的那一半:有資料,沒有習慣】　目標 59 秒 · 累計 6:13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P5 · 五條路,含三條不用 AI】　目標 44 秒 · 累計 6:57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P6 · 風險:七類十條,緩解位移與殘餘風險】　目標 51 秒 · 累計 7:48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P7 · 倫理與可申訴性:對照澳洲 AI 倫理八原則】　目標 50 秒 · 累計 8:37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P8 · 怎麼算成功:三層 KPI,一條回圈】　目標 46 秒 · 累計 9:23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P9 · 六個月 · 六個工作包 · 三道決策門】　目標 47 秒 · 累計 10:10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P10 · 資源、當責與請求】　目標 64 秒 · 累計 11:14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頁 · 參考文獻(第 11 頁 — 不佔十頁額度)】　目標 5 秒 · 累計 11:19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台,W1–6 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新 AI 要補什麼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對應哪一包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WP-C 脈絡特徵 + WP-E 地端 VLM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WP-B 標註品質 + WP-E 地端 VLM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28853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26110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26110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26110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9288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76545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765452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765452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35868"/>
            <a:ext cx="9658807" cy="674659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35868"/>
            <a:ext cx="9293047" cy="6746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八成三的誤報回到交通標誌 —— 而速限資料公司手上就有,這就是新 AI 要針對訓練的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2 台 · A$14,200–17,700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+ 深挖台各一;採購在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4963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05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05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05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05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05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05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6668"/>
            <a:ext cx="9658807" cy="60385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6668"/>
            <a:ext cx="9293047" cy="6038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