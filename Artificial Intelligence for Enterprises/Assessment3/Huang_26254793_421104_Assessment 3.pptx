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35 秒 · 累計 0:35</a:t>
            </a:r>
          </a:p>
          <a:p/>
          <a:p>
            <a:r>
              <a:t>★ 今天,五個人要看完三千支影片;而客戶要的答案,兩天內。</a:t>
            </a:r>
          </a:p>
          <a:p/>
          <a:p>
            <a:r>
              <a:t>· 先講生意:客戶是車隊 —— 物流 · 客運 · 租賃,車上裝我們的鏡頭與車機</a:t>
            </a:r>
          </a:p>
          <a:p>
            <a:r>
              <a:t>· 一筆「事件」= 鏡頭偵測到一次危險駕駛(影片 + 時間地點 + 系統分類)</a:t>
            </a:r>
          </a:p>
          <a:p>
            <a:r>
              <a:t>· 一次「爭議」= 客戶回頭說「這筆判錯了」—— 只能由人重看影片才判得出來</a:t>
            </a:r>
          </a:p>
          <a:p/>
          <a:p>
            <a:r>
              <a:t># 單一大型車隊約 3,000 筆事件/天 · 全公司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156 字(忘詞才看,不是拿來唸的)──</a:t>
            </a:r>
          </a:p>
          <a:p>
            <a:r>
              <a:t>我在一家做車隊行車影像 AI 的公司,負責 AI 應用。我們的客戶是車隊——物流、客運、租賃——他們的車上裝我們的鏡頭跟車機。鏡頭偵測到一次危險駕駛,就記一筆「事件」:一段影片、時間地點,還有系統給的分類。單一大型車隊,一天大約三千筆。客戶收到之後會回頭說「這筆判錯了」,那叫一次「爭議」——而爭議只能由人重看影片才判得出來。今天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65 秒 · 累計 1:40</a:t>
            </a:r>
          </a:p>
          <a:p/>
          <a:p>
            <a:r>
              <a:t>★ 這道人工防線有兩種單價,差十六倍 —— 差別不在人,在證據在不在畫面裡。</a:t>
            </a:r>
          </a:p>
          <a:p/>
          <a:p>
            <a:r>
              <a:t>· 地端 AI 公司內部評估過,我是其中一員(所以這不是新點子,是立案)</a:t>
            </a:r>
          </a:p>
          <a:p>
            <a:r>
              <a:t>· 兩階段自動化到第二關就停,剩下每一筆都要人看過</a:t>
            </a:r>
          </a:p>
          <a:p>
            <a:r>
              <a:t>· 看畫面就能判 vs 要離開畫面找證據</a:t>
            </a:r>
          </a:p>
          <a:p/>
          <a:p>
            <a:r>
              <a:t># 一筆 20 秒 / 一筆 5.25 分 / 差約 16 倍</a:t>
            </a:r>
          </a:p>
          <a:p/>
          <a:p>
            <a:r>
              <a:t>⚠️ 20 秒要說「營運端的實務估計,尚未以計時量測驗證」</a:t>
            </a:r>
          </a:p>
          <a:p>
            <a:r>
              <a:t>⚠️ 🚫 不可說「我們沒有量過」</a:t>
            </a:r>
          </a:p>
          <a:p/>
          <a:p>
            <a:r>
              <a:t>→ 換下一頁</a:t>
            </a:r>
          </a:p>
          <a:p/>
          <a:p>
            <a:r>
              <a:t>── 逐字備援 · 288 字(忘詞才看,不是拿來唸的)──</a:t>
            </a:r>
          </a:p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  <a:p/>
          <a:p>
            <a:r>
              <a:t>── 備查(不唸,答辯用)──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72 秒 · 累計 2:52</a:t>
            </a:r>
          </a:p>
          <a:p/>
          <a:p>
            <a:r>
              <a:t>★ 工作量沒變多,是客戶要的時效變了 —— 而慢的那兩段是同一個原因:模型看不到畫面外的東西。</a:t>
            </a:r>
          </a:p>
          <a:p/>
          <a:p>
            <a:r>
              <a:t>· 利用率:平均還好,尖峰這五個人已經不夠</a:t>
            </a:r>
          </a:p>
          <a:p>
            <a:r>
              <a:t>· 一件爭議的五段拆解,撈數據 + 判讀才是模型幫得上的</a:t>
            </a:r>
          </a:p>
          <a:p>
            <a:r>
              <a:t>· 這是營運端估計不是量測,W6 交正式拆解,不成立就轉排班</a:t>
            </a:r>
          </a:p>
          <a:p/>
          <a:p>
            <a:r>
              <a:t># 74%–107% · 折算 3.7–5.4 人 · 現有 5 人</a:t>
            </a:r>
          </a:p>
          <a:p>
            <a:r>
              <a:t># 2.5–5.5 天 · AI 可處理段佔 43%–78%</a:t>
            </a:r>
          </a:p>
          <a:p/>
          <a:p>
            <a:r>
              <a:t>⚠️ 分母是 2.5–5.5 天,🚫 不是 2–5 天</a:t>
            </a:r>
          </a:p>
          <a:p/>
          <a:p>
            <a:r>
              <a:t>✂️ 若排練超過 9:40,這一頁砍最後四句(20 秒限定的重複 + 五萬台 / 三個分母 / 成長階梯)= 省 26 秒。第 2 頁已經講過 20 秒的限定,這裡是重複。</a:t>
            </a:r>
          </a:p>
          <a:p/>
          <a:p>
            <a:r>
              <a:t>→ 換下一頁</a:t>
            </a:r>
          </a:p>
          <a:p/>
          <a:p>
            <a:r>
              <a:t>── 逐字備援 · 317 字(忘詞才看,不是拿來唸的)──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/>
          <a:p>
            <a:r>
              <a:t>── 備查(不唸,答辯用)──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3:45</a:t>
            </a:r>
          </a:p>
          <a:p/>
          <a:p>
            <a:r>
              <a:t>★ 一百二十四筆誤報,一百零三筆是同一個根因 —— 八成三都是交通標誌辨識。</a:t>
            </a:r>
          </a:p>
          <a:p/>
          <a:p>
            <a:r>
              <a:t>· 行車輔助錯的是模型(缺脈絡),駕駛監控錯的是人(缺判準)</a:t>
            </a:r>
          </a:p>
          <a:p>
            <a:r>
              <a:t>· 兩個比例共用同一把尺,而尺的一致性從來沒量過</a:t>
            </a:r>
          </a:p>
          <a:p>
            <a:r>
              <a:t>· 修好它,誤報跟漏放一起改善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目標 59 秒 · 累計 4:44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44 秒 · 累計 5:28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51 秒 · 累計 6:19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7:08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7:54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8:41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9:45</a:t>
            </a:r>
          </a:p>
          <a:p/>
          <a:p>
            <a:r>
              <a:t>★ 我請求核准第一段:四點八五人月、量級四十二到四十七萬,並指定一位贊助人。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NT$42–47 萬(規劃,非核定預算)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520–1,521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9:50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客戶是車隊 —— 物流 · 客運 · 租賃;車上裝我們的鏡頭與車機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客戶回頭說「這筆判錯了」= 一次「爭議」—— 只能由人重看影片才判得出來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全公司 5 位專職分析人員逐筆看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5457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5457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偵測到可能的危險 → 記一筆「事件」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「事件」= 影片 + 時間地點 + 系統分類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9211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9211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6766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766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重看影片→判成立或誤報→離開畫面查證據→回信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爭議=客戶回頭說判錯 · 尖峰另徵調 7 位研發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285231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0644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77900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77900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123" y="5779008"/>
            <a:ext cx="4333323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21792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619048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619048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4123" y="6190488"/>
            <a:ext cx="4333323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49624"/>
            <a:ext cx="10874959" cy="62065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49624"/>
            <a:ext cx="10509199" cy="6206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兩段慢,是同一個原因:模型看不到畫面外 —— 撈數據要人自己查速限 · 判讀只拿到一張圖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25724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598292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598292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74%–107%;折算 3.7–5.4 人,現有 5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4123" y="4598292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451541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424109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424109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4123" y="5424109"/>
            <a:ext cx="4333323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885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549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4582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1839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1839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123" y="4718397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7164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4421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4421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4123" y="5544214"/>
            <a:ext cx="433332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14020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352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6077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607796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607796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39577"/>
            <a:ext cx="45720" cy="60007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112145"/>
            <a:ext cx="2408822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112145"/>
            <a:ext cx="1919478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112145"/>
            <a:ext cx="6126034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43%-78%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VLM,篩檢與深挖由同一台設備分時;選型與量化規格於 G1 依 W1–6 量測定案(概念層次)。W8–12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市場採購量級,非核定採購價;本頁唯一不由算式推得的金額。選型於 G1 依 W1–6 定案。設備 = 初階工程師年成本(104–117 萬)的 14%–19%,硬體佔已估成本 8%–12%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6618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89186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9186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689186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9108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9108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9108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9108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910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910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8724"/>
            <a:ext cx="9658807" cy="601803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8724"/>
            <a:ext cx="9293047" cy="601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