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我要自動化的是**離開畫面找證據**那一段,不是機器替人做決定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七條做到才算成功;兩條沒過全部不算】　目標 74 秒 · 累計 10:31</a:t>
            </a:r>
          </a:p>
          <a:p/>
          <a:p>
            <a:r>
              <a:t>★ 第 6 週交三樣、第 12 週一樣、第 16 週三樣 —— 而下面兩條沒過,上面全部不算。</a:t>
            </a:r>
          </a:p>
          <a:p/>
          <a:p>
            <a:r>
              <a:t>· 效益七條**依交件週次排**:第 6 週三樣、第 12 週一樣、第 16 週三樣</a:t>
            </a:r>
          </a:p>
          <a:p>
            <a:r>
              <a:t>· 下面兩條任一沒過,上面七條的成績一律不算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 ①–⑦ + 喊停 ⑧⑨⑩,一路連號</a:t>
            </a:r>
          </a:p>
          <a:p/>
          <a:p>
            <a:r>
              <a:t># 兩條喊停:兩個人判同一段影片答案一不一樣 · 機器的描述會不會讓人判得更差</a:t>
            </a:r>
          </a:p>
          <a:p>
            <a:r>
              <a:t># 🔴 第 16 週是**交件**,不是喊停點 —— 喊停點在第 6、12、24 週(第 10 頁)</a:t>
            </a:r>
          </a:p>
          <a:p/>
          <a:p>
            <a:r>
              <a:t>⚠️ 🚫 不要說「保證」——上面那七條有一半今天還沒有基線,講的是「第幾週交」</a:t>
            </a:r>
          </a:p>
          <a:p>
            <a:r>
              <a:t>⚠️ 🔑 被問資料治理:事件都有來源標記,**包括訓練用的** —— 那是既有能力,不是這個案子要建的。所以它不在喊停條件裡(講得出來,但不掛在片上當功勞)</a:t>
            </a:r>
          </a:p>
          <a:p>
            <a:r>
              <a:t>⚠️ 🔴 他若說「判斷的人就是寫演算法的,怎麼會被機器帶偏」:回答「複核的人確實知道機器會在哪裡出錯,但另外四位分析人員不是寫演算法的,所以我還是要量」。🚫 不可講成「不需要檢查」——在安全對齊的角度,寫演算法的人自己審自己的輸出是**缺少獨立檢查**,不是保證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>
            <a:r>
              <a:t>⚠️ 🚫 「每天要處理幾筆」已從這張表移出 —— 那是工作量現況不是目標,第 2、5 頁已經講過。他若問規模,指第 2 頁</a:t>
            </a:r>
          </a:p>
          <a:p/>
          <a:p>
            <a:r>
              <a:t>→ 換下一頁</a:t>
            </a:r>
          </a:p>
          <a:p/>
          <a:p>
            <a:r>
              <a:t>── 逐字備援 · 324 字(忘詞才看,不是拿來唸的)──</a:t>
            </a:r>
          </a:p>
          <a:p>
            <a:r>
              <a:t>怎麼算做成了。上面七條是效益,我按**第幾週交**排;下面兩條是喊停條件。第六週交三樣:每一筆現在到底花多少人力、有多少客戶的案子被人看過、還有尖峰徵調研發的人時 —— 這三樣今天都沒有紀錄,那正是第一段要建的。第十二週交一樣:行車輔助的誤報率,目標降到百分之七以下。第十六週交三樣:爭議回覆做到兩天內,這是我提的目標、不是已經簽的協議;做了以後能少請幾個人;還有客戶回頭爭議的比例,降到百分之五以下。請注意第十六週是**交件**,不是喊停點 —— 喊停點在第六、十二、二十四週,下一頁講。下面兩條請各位特別看。第一,同一段影片給兩個人判,答案一不一樣,這件事公司從來沒量過;沒過,那批答案就不能拿去訓練。第二,機器寫的說明會不會反而讓人判得更差 —— 這條我用盲測驗,有機器幫忙的那一組如果判得比沒有的那組差,就不放行。這兩條任一沒過,上面七條的成績一律不算。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沒人說他在應付法規,拿掉那半句前半才有力。🔴 Kenny:「後面在第幾週訂,要不要分開然後依照第幾週來排序?」—— 要,而且價值很高:拆出「第幾週交」欄並依週排序後,這張表從一份 KPI 清單變成**交件時程表**,委員一眼看到「第 6 週拿到三樣、第 12 週一樣、第 16 週三樣」,直接對上第 10 頁那三個喊停點。🔴 但排序有前提:原本八條裡有兩條沒有週次。①「每天要處理幾筆」(3,000 → 全客戶 13,000+)**根本不是目標**,是工作量現況,而且第 2、5 頁已經講過兩次 —— 移出這張表。②「客戶回頭爭議的比例」是誤報率下降的下游效果,證據包第 8–16 週做完,補第 16 週。結果:效益七條,排成 6/6/6/12/16/16/16;喊停三條跟著挪成 ⑧⑨⑩。🔴 副標必須點明「第 16 週是交件,不是喊停點」——KPI 的週次是 6/12/16,而第 10 頁的喊停點是 6/12/24;排序後這個差異會很顯眼,不先講清楚,委員會以為第 16 週也能喊停。🔴 Kenny:「第二我們本來就有標記來源」「事件有來源標記,包括訓練用」——所以「訓練資料查不查得到來源」現況根本不是 0%,它是**既有能力**。把已經做到的事放在「喊停條件」裡,等於拿舊本事當新承諾 → 整條拿掉,喊停從三條變兩條。(答辯備註留了一句:被問資料治理時講「事件都有來源標記,包括訓練用的,那是既有能力,不是這個案子要建的」——講得出來,但不掛在片上當功勞。)🔴 Kenny 對第三條的質疑:「判斷的人就是寫算法的,怎麼會差?」——這一條**留著**,理由兩個:①它就是第 7 頁第 3 列(機器給了判定結果,人可能照抄)的偵測方式,拿掉那一列就變成「我知道有風險但不打算檢查」;②「寫演算法的人自己審自己演算法的輸出」在安全對齊領域是**缺少獨立檢查**的典型情況,而且複核有 5 個人,另外 4 位分析人員不是寫演算法的。他那句話改成**答辯用的防法**寫進備註,不寫上片。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11:24</a:t>
            </a:r>
          </a:p>
          <a:p/>
          <a:p>
            <a:r>
              <a:t>★ 六個月分三段做,每一段做完都可以喊停 —— 各位不必一次押六個月。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的規則版當對照組。🔴 2026-08-16 Kenny 審第 10 頁後的四項修正:①⑥ 的註記原本寫「中間六次交件在第 6/10/12/16/24/26 週,**那不是喊停的時點**」——而正下方的表格寫「三個喊停點:第 6/12/24 週」。同一畫面兩組週次、6/12/24 兩邊都有,一組說「這不是喊停」另一組說「這是喊停」,委員會分不出來。而且那半句是在澄清一件還沒有人誤會的事。整段刪掉,只留交付物。②🔴 第 6 週交什麼,第 9 頁與第 10 頁列的東西不一樣(只有「每筆花多少人力」重疊)。以第 9 頁為準統一:每筆人力 · 客戶涵蓋率 · 尖峰徵調人時。③⑤ 的註記「本案唯一真的用到 AI 的一件事」跟 Kenny 嫌掉的舊副標是同一句話,只是搬進註記;「(選型見第 5 頁)」又是講投影片自己。兩者都拿掉,改成講它交什麼。④標題「每一段做完都可以喊停」與副標「第 6、12、24 週各有一個出口」重複 ——副標改講六件事的**順序邏輯**(前三件備料、AI 排第五、順序不能換),不重複標題。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57 秒 · 累計 12:21</a:t>
            </a:r>
          </a:p>
          <a:p/>
          <a:p>
            <a:r>
              <a:t>★ 我今天要請各位核准的只有前六週:四點八五人月、約一萬八千七到兩萬零九百澳幣,再指定一位主管。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>
            <a:r>
              <a:t>⚠️ 🚫 全片對委員一律用「各位」,不要用「你」——「請你核准」「你手上會多三樣」對一個委員會是命令口氣(Kenny 2026-08-16 指出)</a:t>
            </a:r>
          </a:p>
          <a:p/>
          <a:p>
            <a:r>
              <a:t>→ 換下一頁</a:t>
            </a:r>
          </a:p>
          <a:p/>
          <a:p>
            <a:r>
              <a:t>── 逐字備援 · 251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要請各位核准的只有前六週:四點八五人月、一萬八千七到兩萬零九百澳幣,再指定一位主管。六個月後各位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委員會看到的是一個先幫他們算好帳、並把喊停權力交回去的人。🔴 2026-08-16 Kenny 審第 11 頁前的四項修正:①標題「錢主要花在人身上,**不是機器**」是替委員下結論 —— 而那是表格自己會說的話(人 7.0–7.9 萬 vs 機器 1.4–1.8 萬)。改成把兩個數字擺出來,結論讓他們自己得。②機器那一列的註記塞了兩筆不同的錢(採購價 1.4–1.8 萬 + 三年總花費 2.9–5.2 萬),而值欄只印採購價 —— 被問「到底多少錢」時要在同一格裡挑。**三年總花費獨立一列**。③🔴「已經想到、但還沒估價的五項」原本排最後、灰字、沒標記。那是全片最誠實的一格:委員自己發現「你漏了雲端運算」是致命,主動講是加分。→ 往上提到「不做這件事會怎樣」之前,並標紅。④三張卡的前兩張是**請求**、第三張是**交付物**,並排看起來像三個請求。前兩張加 ①② 編號成對,第三張的徽章「誠實收尾」是把修辭功能寫上片(備忘錄腔),改成「不是承諾,是交付物」。🔴 Kenny:「你這個字要不要改一下,這樣很像命令委員」—— 對。第 11 頁四處用「請**你**核准」「**你**手上會多三樣」,而第 6、9 頁用的是「各位」。對一個委員會,「你」既是命令口氣也不一致。全部改成「各位」。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12:26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六個月、三個喊停點的提案計畫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2:8〔概估,第 6 週匯總〕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978783"/>
            <a:ext cx="4692243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25087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18863"/>
            <a:ext cx="4399635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3978783"/>
            <a:ext cx="4692243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25087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18863"/>
            <a:ext cx="4399635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43550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064758"/>
            <a:ext cx="45720" cy="38176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37326"/>
            <a:ext cx="2116945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37326"/>
            <a:ext cx="2787914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37326"/>
            <a:ext cx="4333323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由五段各自取端點求得。非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4962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2219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2219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2219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53972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2654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26540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26540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58321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30889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30889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30889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〔提案目標,未簽協議〕第 16 週後量測;一半靠證據包,一半靠誤報量下降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463254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463254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85149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76259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73516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73516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73516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6694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23951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239512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239512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09558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609558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317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8023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43425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65217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65217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49265"/>
            <a:ext cx="4536795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43425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65217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65217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49265"/>
            <a:ext cx="4536795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這七條做到了才算成功;下面兩條沒過,上面全部不算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第 6 週交三樣、第 12 週一樣、第 16 週三樣;第 16 週是交件,不是喊停點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94579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829460"/>
          <a:ext cx="10874957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喊停條件:兩條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前面三件先把 AI 要吃的東西備好,地端 AI 排在第五件 —— 順序不能換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交:每筆現在花多少人力 · 客戶涵蓋率 · 尖峰徵調人時 —— 這三樣今天都沒有紀錄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交:不含 AI 的規則版本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交:客訴的自動證據包。機器找齊證據,成不成立還是人一筆一筆判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交:兩台設備上線。一台掃全部、一台深看客訴;機器寫的結論一律先給人看過才對外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04823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27739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277391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277391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4909756"/>
          <a:ext cx="9658805" cy="16007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六個月的成本:人 A$7.0–7.9 萬、機器 A$1.4–1.8 萬,另有五項沒估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今天要請各位核准的只有第一段(前六週)A$18,700–20,900,以及指定一位負責的主管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一台掃全部、一台深看客訴;第 6 週後才買,不含在今天要核准的錢裡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這兩台三年總花費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A$2.9–5.2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764345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含電費、延長保固,還有人要顧它 —— 近半數是顧它的人力,不是機器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想到了但還沒估價的五項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26869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3739" y="3773043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人。做了能少請幾個,第 16 週量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要請各位核准的錢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0855" y="5155215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0855" y="5155215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2673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646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② 要請各位指定的人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4955" y="5155215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54955" y="5155215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46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510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0483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六個月後各位手上會多三樣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6615" y="5155215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76615" y="5155215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不是承諾,是交付物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0483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