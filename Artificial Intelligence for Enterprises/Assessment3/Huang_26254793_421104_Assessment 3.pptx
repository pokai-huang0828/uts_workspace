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我要自動化的是**離開畫面找證據**那一段,不是機器替人做決定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倫理八原則(DIIS,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倫理八原則(DIIS,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🔴 八原則 2019-11-07 由 **DIIS**(Department of Industry, Innovation and Science)發布;DISR 這個名字 2022 年 7 月才有。課程投影片若寫 DISR 不必跟著錯 ——答辯時一句「原始發布機關是 DIIS,2022 年改名 DISR」反而是加分的細節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/>
          <a:p>
            <a:r>
              <a:t>★ 第 6 週交三樣、第 12 週一樣、第 16 週三樣 —— 而下面兩條沒過,上面全部不算。</a:t>
            </a:r>
          </a:p>
          <a:p/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/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/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/>
          <a:p>
            <a:r>
              <a:t>→ 換下一頁</a:t>
            </a:r>
          </a:p>
          <a:p/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/>
          <a:p>
            <a:r>
              <a:t>★ 六個月分三段做,每一段做完都可以喊停 —— 各位不必一次押六個月。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57 秒 · 累計 12:21</a:t>
            </a:r>
          </a:p>
          <a:p/>
          <a:p>
            <a:r>
              <a:t>★ 我今天要請各位核准的只有前六週:四點八五人月、約一萬八千七到兩萬零九百澳幣,再指定一位主管。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>
            <a:r>
              <a:t>⚠️ 🚫 全片對委員一律用「各位」,不要用「你」——「請你核准」「你手上會多三樣」對一個委員會是命令口氣(Kenny 2026-08-16 指出)</a:t>
            </a:r>
          </a:p>
          <a:p/>
          <a:p>
            <a:r>
              <a:t>→ 換下一頁</a:t>
            </a:r>
          </a:p>
          <a:p/>
          <a:p>
            <a:r>
              <a:t>── 逐字備援 · 251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要請各位核准的只有前六週:四點八五人月、一萬八千七到兩萬零九百澳幣,再指定一位主管。六個月後各位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編號成對,第三張的徽章「誠實收尾」是把修辭功能寫上片(備忘錄腔),改成「不是承諾,是交付物」。🔴 Kenny:「你這個字要不要改一下,這樣很像命令委員」—— 對。第 11 頁四處用「請**你**核准」「**你**手上會多三樣」,而第 6、9 頁用的是「各位」。對一個委員會,「你」既是命令口氣也不一致。全部改成「各位」。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12:26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43550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37326"/>
            <a:ext cx="2787914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37326"/>
            <a:ext cx="4333323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2219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2219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26540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30889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73516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Innovation and Science. (2019). Australia's AI ethics principles. https://www.industry.gov.au/publications/australias-ai-ethics-principles　(第 8 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88336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Dettmers, T., Lewis, M., Belkada, Y., &amp; Zettlemoyer, L. (2022). GPT3.int8(): 8-bit matrix multiplication for transformers at scale. In Advances in neural information processing systems (Vol. 35).　(第 5 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 of frequency, effect mediators, and mitigators. Journal of the American Medical Informatics Association, 19(1), 121–127. https://doi.org/10.1136/amiajnl-2011-000089　(第 7 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93208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automation: An attentional integration. Human Factors, 52(3), 381–410. https://doi.org/10.1177/0018720810376055　(第 9 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3511" y="1609344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Rohrbach, A., Hendricks, L. A., Burns, K., Darrell, T., &amp; Saenko, K. (2018). Object hallucination in image captioning. In Proceedings of the 2018 Conference on Empirical Methods in Natural Language Processing (pp. 4035–4045). https://doi.org/10.18653/v1/D18-1437　(第 7 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3511" y="2935224"/>
            <a:ext cx="4623663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M. (2021). “Everyone wants to do the model work, not the data work”: Data cascades in high-stakes AI. In Proceedings of the 2021 CHI Conference on Human Factors in Computing Systems. https://doi.org/10.1145/3411764.3445518　(第 4、10 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4507992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Chaudhary, V., Young, M., Crespo, J.-F., &amp; Dennison, D. (2015). Hidden technical debt in machine learning systems. In Advances in neural information processing systems (Vol. 28).　(第 11 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