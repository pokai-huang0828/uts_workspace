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怎麼導入:WP-D,W8–16,對 100% 案件成立;人仍逐筆判,機器不做結案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分母是 2.0–5.0 天(內部覆核與回信各 0.25 天)—— 這下跟第 9 頁 KPI 的「全鏈路 2–5 天」一致了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WP-D 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65 秒 · 累計 4:07</a:t>
            </a:r>
          </a:p>
          <a:p/>
          <a:p>
            <a:r>
              <a:t>★ 八成三的誤報回到交通標誌 —— 而速限資料公司手上就有,這就是新 AI 要針對訓練的。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286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速限資料公司手上就有 —— 這就是新的 AI 要針對訓練的。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選型與部署:兩層模型、一台設備】　目標 66 秒 · 累計 5:14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 G1 依 W1–6 的量測複核**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**設備採購在 G1 之後,不在第一段額度內** —— 今天要批的 A$18,600–20,800 本來就不含設備。一台還兩台,是第六週拿到量測才決定的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GB),要輪流載入;兩台各自常駐,而且擴到全客戶也不用再加購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目標 66 秒 · 累計 6:19</a:t>
            </a:r>
          </a:p>
          <a:p/>
          <a:p>
            <a:r>
              <a:t>★ 差別不在做什麼 —— 在量變大的時候會怎樣,以及能不能反悔。</a:t>
            </a:r>
          </a:p>
          <a:p/>
          <a:p>
            <a:r>
              <a:t>· 加人:量幾倍人就幾倍(17–24 人),而且編制停不下來 → 拒絕</a:t>
            </a:r>
          </a:p>
          <a:p>
            <a:r>
              <a:t>· 調班 + 尖峰支援:一樣跟量走但便宜、隨時可停 → 不預先否決,第 6 週決定</a:t>
            </a:r>
          </a:p>
          <a:p>
            <a:r>
              <a:t>· 地端 AI:前期投入一次,之後量長也不等比長,而且三個檢查點都能停 → 採用</a:t>
            </a:r>
          </a:p>
          <a:p/>
          <a:p>
            <a:r>
              <a:t># 144 人時 ÷ 1,647 筆 = 5.25 分/筆 · 129.1–185.9 ÷ 8 = 17–24 人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規則式(③)是**先做**不是備案 —— 83% 同根因,而速限資料手上就有</a:t>
            </a:r>
          </a:p>
          <a:p>
            <a:r>
              <a:t>⚠️ ⑤ 公司既有雲端規劃是**前置條件不是競爭** —— 這句要講,免得像在搶案子</a:t>
            </a:r>
          </a:p>
          <a:p/>
          <a:p>
            <a:r>
              <a:t>→ 換下一頁</a:t>
            </a:r>
          </a:p>
          <a:p/>
          <a:p>
            <a:r>
              <a:t>── 逐字備援 · 289 字(忘詞才看,不是拿來唸的)──</a:t>
            </a:r>
          </a:p>
          <a:p>
            <a:r>
              <a:t>路有五條,我都算過。加人最直覺,但它的成本跟量一起長 —— 量幾倍,人就要幾倍,覆蓋全客戶要十七到二十四個人。而且編制是常態支出,停不下來。所以我拒絕它。第二條是調班加尖峰支援,把現在徵調的七位研發轉成正式編組。它一樣跟量走,只是便宜一點,但隨時可以停,退回原班表 —— 這條我不預先否決,第六週再決定。第三條是規則式比對:定位加地圖速限硬比對,不用模型。這條我建議先做。第四條才是本案:地端 AI 事件判讀,讀懂事件脈絡、產出證據包。它的成本形狀不一樣 —— 前期投入一次,之後量再長也不會等比長,而且三個檢查點都可以停。第五條是公司既有的雲端判讀規劃,那還在研擬,不在本案範圍,是前置條件不是競爭。各位看最下面那一句:差別不在做什麼,在量變大的時候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【matrix-cell】量幾倍,人就幾倍 → 要 17–24 人</a:t>
            </a:r>
          </a:p>
          <a:p>
            <a:r>
              <a:t>【matrix-cell】定位 + 地圖速限硬比對,不用模型</a:t>
            </a:r>
          </a:p>
          <a:p>
            <a:r>
              <a:t>【matrix-cell】前期投入一次,之後量長也不等比長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目標 65 秒 · 累計 7:25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287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不顯示會拖慢複核,衝到時效。這一格我也寫在表上。剩下五條是專案風險:駕駛不能申訴、複核人員的角色會變、六個月證不出回本、高階不參與就會擱置,以及第八條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目標 43 秒 · 累計 8:08</a:t>
            </a:r>
          </a:p>
          <a:p/>
          <a:p>
            <a:r>
              <a:t>★ 八條原則沒有一條是綠燈 —— 而會變差的只有兩條,我沒有藏。</a:t>
            </a:r>
          </a:p>
          <a:p/>
          <a:p>
            <a:r>
              <a:t>· 人還是逐筆判 → 以人為本不變;同樣人力接得住更多 → 福祉與公平性改善</a:t>
            </a:r>
          </a:p>
          <a:p>
            <a:r>
              <a:t>· 🔴 第 4 條隱私**會變差**:為了讀脈絡,影像調閱與紀錄保存都要擴大</a:t>
            </a:r>
          </a:p>
          <a:p>
            <a:r>
              <a:t>· 🔴 第 7 條可申訴性**從頭到尾不及格**:駕駛本人不能對一筆判定提出質疑</a:t>
            </a:r>
          </a:p>
          <a:p/>
          <a:p>
            <a:r>
              <a:t># 澳洲 AI 倫理八原則(2019)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190 字(忘詞才看,不是拿來唸的)──</a:t>
            </a:r>
          </a:p>
          <a:p>
            <a:r>
              <a:t>這一頁是這個方案的代價。我拿澳洲 AI 倫理八原則逐條對過,沒有一條是綠燈。多數是持平或改善:人還是逐筆判,所以以人為本那條不變;同樣人力接得住更多、涵蓋率提高,福祉跟公平性反而改善。但有兩條要盯。第四條隱私會變差 —— 為了讀脈絡,影像調閱範圍跟判定紀錄的保存都會擴大。第七條可申訴性,從頭到尾不及格:只有車隊安全主管能標記,駕駛本人不能對一筆判定提出質疑,導入之後還是不能。我沒有把這兩條藏起來,因為它們是這個方案真正的代價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目標 46 秒 · 累計 8:54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目標 47 秒 · 累計 9:41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目標 64 秒 · 累計 10:45</a:t>
            </a:r>
          </a:p>
          <a:p/>
          <a:p>
            <a:r>
              <a:t>★ 我請求核准第一段:四點八五人月、約一萬八千六到兩萬零八百澳幣,並指定一位贊助人。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A$18,600–20,800(規劃,非核定預算)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A$23–67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A$7.0–7.9 萬', 'note': '18.2 人月 × 月薪 A$2,970–3,320 × 間接費率 1.3。薪資量級、費率、匯率(1 A$=NT$22.6,2026-08)三項都是提案人設定的假設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A$2.2–5.2 萬(中案 3.2 萬)｜移交後(含稽核)約 A$7.7–53.9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A$23–67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目標 5 秒 · 累計 10:49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台,W1–6 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新 AI 要補什麼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3968496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4472844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🚫 不在本案範圍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漏報 —— 該報沒報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9114" y="4977193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發生在 Edge AI 端,沒有事件紀錄;只有客戶回報才知道,要靠前端重訓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82232"/>
            <a:ext cx="9658807" cy="62829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82232"/>
            <a:ext cx="9293047" cy="6282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八成三的誤報回到交通標誌 —— 而速限資料公司手上就有,這就是新 AI 要針對訓練的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五條路我都算過 —— 加人的成本跟量一起長,AI 是前期投入一次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AI;而差別不在做什麼,在「量變大的時候會怎樣」跟「能不能反悔」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74991"/>
                <a:gridCol w="2174991"/>
                <a:gridCol w="2174991"/>
                <a:gridCol w="2174991"/>
                <a:gridCol w="217499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量幾倍,人就幾倍 → 要 17…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❌ 拒絕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一樣跟量走,只是便宜一點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待第 6 週決定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規則式比對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 + 地圖速限硬比對…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降一階,但還是跟量走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可逐條檢查、可回退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✅ 先做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✅ 採用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 公司既有雲端規劃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還沒開始,曲線未定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不在本案範圍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前置條件,不是競爭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加人要幾個人 —— 算式照印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37205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7205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5144871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 ÷ 1,647 筆 = 5.25 分/筆〔單一批次,非長期均值〕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129.1–185.9 人時 ÷ 8 小時 = 16.14–23.24 → 取整 17–24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兩個假設還沒驗:20 秒/筆 · 全客戶同樣的案件組合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8999" y="3675887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3803903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第 6 週的檢查點 —— 這一關沒過就不往下做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39683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683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4809744"/>
            <a:ext cx="5144871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前六週要交:一件爭議的時間拆解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如果「找證據 + 判讀」真的是主要延遲 → 往下做 ③ 跟 ④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如果不是 → 改做 ② 調班方案,後面全部不執行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925312"/>
            <a:ext cx="9658807" cy="58521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925312"/>
            <a:ext cx="9293047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加人的成本跟量一起長,而且停不下來;AI 是前期投入一次,而且三個檢查點都能喊停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R9 · R10(自動結案造成的)已隨那條線一起拿掉;剩下八條,只有 R8 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駕駛本人不能申訴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申訴管道到位前,產出不供個人考核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限制用途會降低客戶採用意願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駕駛申訴無處可收,件數恆為零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這個方案的倫理代價 —— 我逐條對過八原則,沒有一條是綠燈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倫理八原則(2019)。人仍逐筆判,所以多數持平或改善;但有兩條會變差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八條原則,逐條對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對人與社會的好處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同樣人力,量一直長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3 公平性:誰的案子先被看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4 隱私:影像調閱與紀錄保存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現行調閱範圍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擴大調閱與保存 → 🔴 變差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可靠性:該報沒報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透明:客戶知不知道是機器整理的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不適用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揭露到哪一層還沒定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可申訴:駕駛本人能不能質疑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不能,只有車隊主管能標記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還是不能 → 🔴 仍不及格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人仍簽名,但機器的建議誰負責未定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兩條要盯:隱私會變差(調閱範圍擴大),可申訴性從頭到尾不及格 —— 駕駛本人不能質疑判定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你買到的三層效益,和三條隨時喊停的權力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是效益,三道護欄一票否決;訂不出的目標值寫明由哪道門訂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621792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505456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省5–13人≈A$23–67 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VLM,篩檢與深挖由同一台設備分時;選型見第 5 頁;量化規格與台數由 G1 依 W1–6 量測複核定案。W8–12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A$18,600–20,800,並指定贊助人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2 台 · A$14,200–17,700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+ 深挖台各一;採購在 G1 之後,不在第一段額度內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74963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3152759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259996"/>
            <a:ext cx="4892753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7052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7052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A$18,600–20,800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7052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7052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7052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7052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6668"/>
            <a:ext cx="9658807" cy="603859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6668"/>
            <a:ext cx="9293047" cy="6038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