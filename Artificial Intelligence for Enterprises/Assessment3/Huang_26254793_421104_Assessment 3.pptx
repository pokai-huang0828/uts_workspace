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66 秒 · 累計 6:29</a:t>
            </a:r>
          </a:p>
          <a:p/>
          <a:p>
            <a:r>
              <a:t>★ 差別不在做什麼 —— 在量變大的時候會怎樣,以及能不能反悔。</a:t>
            </a:r>
          </a:p>
          <a:p/>
          <a:p>
            <a:r>
              <a:t>· 加人:量幾倍人就幾倍(17–24 人),而且編制停不下來 → 拒絕</a:t>
            </a:r>
          </a:p>
          <a:p>
            <a:r>
              <a:t>· 調班 + 尖峰支援:一樣跟量走但便宜、隨時可停 → 不預先否決,第 6 週決定</a:t>
            </a:r>
          </a:p>
          <a:p>
            <a:r>
              <a:t>· 地端 AI:前期投入一次,之後量長也不等比長,而且三個檢查點都能停 → 採用</a:t>
            </a:r>
          </a:p>
          <a:p/>
          <a:p>
            <a:r>
              <a:t># 144 人時 ÷ 1,647 筆 = 5.25 分/筆 · 129.1–185.9 ÷ 8 = 17–24 人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規則式(③)是**先做**不是備案 —— 83% 同根因,而速限資料手上就有</a:t>
            </a:r>
          </a:p>
          <a:p>
            <a:r>
              <a:t>⚠️ ⑤ 公司既有雲端規劃是**前置條件不是競爭** —— 這句要講,免得像在搶案子</a:t>
            </a:r>
          </a:p>
          <a:p/>
          <a:p>
            <a:r>
              <a:t>→ 換下一頁</a:t>
            </a:r>
          </a:p>
          <a:p/>
          <a:p>
            <a:r>
              <a:t>── 逐字備援 · 289 字(忘詞才看,不是拿來唸的)──</a:t>
            </a:r>
          </a:p>
          <a:p>
            <a:r>
              <a:t>路有五條,我都算過。加人最直覺,但它的成本跟量一起長 —— 量幾倍,人就要幾倍,覆蓋全客戶要十七到二十四個人。而且編制是常態支出,停不下來。所以我拒絕它。第二條是調班加尖峰支援,把現在徵調的七位研發轉成正式編組。它一樣跟量走,只是便宜一點,但隨時可以停,退回原班表 —— 這條我不預先否決,第六週再決定。第三條是規則式比對:定位加地圖速限硬比對,不用模型。這條我建議先做。第四條才是本案:地端 AI 事件判讀,讀懂事件脈絡、產出證據包。它的成本形狀不一樣 —— 前期投入一次,之後量再長也不會等比長,而且三個檢查點都可以停。第五條是公司既有的雲端判讀規劃,那還在研擬,不在本案範圍,是前置條件不是競爭。各位看最下面那一句:差別不在做什麼,在量變大的時候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【matrix-cell】量幾倍,人就幾倍 → 要 17–24 人</a:t>
            </a:r>
          </a:p>
          <a:p>
            <a:r>
              <a:t>【matrix-cell】定位 + 地圖速限硬比對,不用模型</a:t>
            </a:r>
          </a:p>
          <a:p>
            <a:r>
              <a:t>【matrix-cell】前期投入一次,之後量長也不等比長</a:t>
            </a:r>
          </a:p>
          <a:p>
            <a:r>
              <a:t>【這一頁的作用】這一頁要讓委員會相信兩件事。第一,這個 AI 提案是被比較過的:五條路用同一組欄位並排 —— 做什麼、成本形狀、能不能停、為什麼 —— 差別因此不是五段等長的描述,而是四種一眼分得出的曲線(線性 / 線性但削峰 / 一次性下移一階 / 次線性 / 尚未開始),而唯一不是線性的那一條就是採用案。第二,這個提案是可以被否決的:最便宜的調班沒有被畫醜、也沒有被預先否決,選項 0 用最保守、對本案最不利的算法拒絕,第 6 週那個喊停點有兩個同粗的出口,其中一個通向不做本案。委員會今天核准的是一道可以否決自己的量測,不是一個成效承諾。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65 秒 · 累計 7:34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43 秒 · 累計 8:18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47 秒 · 累計 9:05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54 秒 · 累計 9:59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56 秒 · 累計 10:55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10:59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五條路我都算過 —— 加人的成本跟量一起長,AI 是前期投入一次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AI;而差別不在做什麼,在「量變大的時候會怎樣」跟「能不能反悔」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74991"/>
                <a:gridCol w="2174991"/>
                <a:gridCol w="2174991"/>
                <a:gridCol w="2174991"/>
                <a:gridCol w="217499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量幾倍,人就幾倍 → 要 17…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❌ 拒絕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一樣跟量走,只是便宜一點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待第 6 週決定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規則式比對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 + 地圖速限硬比對…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降一階,但還是跟量走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可逐條檢查、可回退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✅ 先做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✅ 採用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 公司既有雲端規劃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還沒開始,曲線未定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不在本案範圍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前置條件,不是競爭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加人要幾個人 —— 算式照印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7205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7205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5144871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 ÷ 1,647 筆 = 5.25 分/筆〔單一批次,非長期均值〕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129.1–185.9 人時 ÷ 8 小時 = 16.14–23.24 → 取整 17–24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兩個假設還沒驗:20 秒/筆 · 全客戶同樣的案件組合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8999" y="3675887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3803903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週的檢查點 —— 這一關沒過就不往下做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39683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683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4809744"/>
            <a:ext cx="5144871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前六週要交:一件爭議的時間拆解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如果「找證據 + 判讀」真的是主要延遲 → 往下做 ③ 跟 ④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如果不是 → 改做 ② 調班方案,後面全部不執行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925312"/>
            <a:ext cx="9658807" cy="58521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925312"/>
            <a:ext cx="9293047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加人的成本跟量一起長,而且停不下來;AI 是前期投入一次,而且三個檢查點都能喊停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