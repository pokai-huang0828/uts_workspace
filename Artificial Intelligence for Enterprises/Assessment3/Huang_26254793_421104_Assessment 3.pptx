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 秒 · 累計 0:05</a:t>
            </a:r>
          </a:p>
          <a:p/>
          <a:p>
            <a:r>
              <a:t>★ 五個人要看完三千支影片;而客戶要的答案,兩天內。</a:t>
            </a:r>
          </a:p>
          <a:p/>
          <a:p>
            <a:r>
              <a:t>⚠️ 這一句照唸,講完停 1 秒再換頁 —— 它是全片唯一的鉤子</a:t>
            </a:r>
          </a:p>
          <a:p/>
          <a:p>
            <a:r>
              <a:t>→ 換下一頁</a:t>
            </a:r>
          </a:p>
          <a:p/>
          <a:p>
            <a:r>
              <a:t>── 逐字備援 · 23 字(忘詞才看,不是拿來唸的)──</a:t>
            </a:r>
          </a:p>
          <a:p>
            <a:r>
              <a:t>今天,五個人要看完三千支影片;而客戶要的答案,兩天內。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65 秒 · 累計 1:10</a:t>
            </a:r>
          </a:p>
          <a:p/>
          <a:p>
            <a:r>
              <a:t>★ 這道人工防線有兩種單價,差十六倍 —— 差別不在人,在證據在不在畫面裡。</a:t>
            </a:r>
          </a:p>
          <a:p/>
          <a:p>
            <a:r>
              <a:t>· 地端 AI 公司內部評估過,我是其中一員(所以這不是新點子,是立案)</a:t>
            </a:r>
          </a:p>
          <a:p>
            <a:r>
              <a:t>· 兩階段自動化到第二關就停,剩下每一筆都要人看過</a:t>
            </a:r>
          </a:p>
          <a:p>
            <a:r>
              <a:t>· 看畫面就能判 vs 要離開畫面找證據</a:t>
            </a:r>
          </a:p>
          <a:p/>
          <a:p>
            <a:r>
              <a:t># 一筆 20 秒 / 一筆 5.25 分 / 差約 16 倍</a:t>
            </a:r>
          </a:p>
          <a:p/>
          <a:p>
            <a:r>
              <a:t>⚠️ 20 秒要說「營運端的實務估計,尚未以計時量測驗證」</a:t>
            </a:r>
          </a:p>
          <a:p>
            <a:r>
              <a:t>⚠️ 🚫 不可說「我們沒有量過」</a:t>
            </a:r>
          </a:p>
          <a:p/>
          <a:p>
            <a:r>
              <a:t>→ 換下一頁</a:t>
            </a:r>
          </a:p>
          <a:p/>
          <a:p>
            <a:r>
              <a:t>── 逐字備援 · 288 字(忘詞才看,不是拿來唸的)──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/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72 秒 · 累計 2:22</a:t>
            </a:r>
          </a:p>
          <a:p/>
          <a:p>
            <a:r>
              <a:t>★ 工作量沒變多,是客戶要的時效變了 —— 而慢的那兩段是同一個原因:模型看不到畫面外的東西。</a:t>
            </a:r>
          </a:p>
          <a:p/>
          <a:p>
            <a:r>
              <a:t>· 利用率:平均還好,尖峰這五個人已經不夠</a:t>
            </a:r>
          </a:p>
          <a:p>
            <a:r>
              <a:t>· 一件爭議的五段拆解,撈數據 + 判讀才是模型幫得上的</a:t>
            </a:r>
          </a:p>
          <a:p>
            <a:r>
              <a:t>· 這是營運端估計不是量測,W6 交正式拆解,不成立就轉排班</a:t>
            </a:r>
          </a:p>
          <a:p/>
          <a:p>
            <a:r>
              <a:t># 74%–107% · 折算 3.7–5.4 人 · 現有 5 人</a:t>
            </a:r>
          </a:p>
          <a:p>
            <a:r>
              <a:t># 2.5–5.5 天 · AI 可處理段佔 43%–78%</a:t>
            </a:r>
          </a:p>
          <a:p/>
          <a:p>
            <a:r>
              <a:t>⚠️ 分母是 2.5–5.5 天,🚫 不是 2–5 天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3:14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4:13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4:58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5:48</a:t>
            </a:r>
          </a:p>
          <a:p/>
          <a:p>
            <a:r>
              <a:t>★ 這個緩解只擋得住人還在看的那些 —— 移交後那八成五,沒有介面,也沒有人。</a:t>
            </a:r>
          </a:p>
          <a:p/>
          <a:p>
            <a:r>
              <a:t>· 資料級聯:判準不一致會變成訓練標籤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所以我另外加了兩條這個方案自己造成的風險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6:38</a:t>
            </a:r>
          </a:p>
          <a:p/>
          <a:p>
            <a:r>
              <a:t>★ 每一千筆爭議,有八百五十筆沒有人會看過。</a:t>
            </a:r>
          </a:p>
          <a:p/>
          <a:p>
            <a:r>
              <a:t>· 同一張表兩欄:專案期一種顏色,移交後另一種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7:24</a:t>
            </a:r>
          </a:p>
          <a:p/>
          <a:p>
            <a:r>
              <a:t>★ 證明它有效的方法,同時是喊停它的方法。</a:t>
            </a:r>
          </a:p>
          <a:p/>
          <a:p>
            <a:r>
              <a:t>· 上面兩層回答「怎麼證明有效」,護欄層回答「什麼情況下喊停」</a:t>
            </a:r>
          </a:p>
          <a:p>
            <a:r>
              <a:t>· 護欄任一未達標,上面兩層的成績一律不採計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8:11</a:t>
            </a:r>
          </a:p>
          <a:p/>
          <a:p>
            <a:r>
              <a:t>★ 六個工作包只有一包是 AI,順序本身就是風險控制。</a:t>
            </a:r>
          </a:p>
          <a:p/>
          <a:p>
            <a:r>
              <a:t>· 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9:15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9:20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偵測到可能的危險 → 記一筆「事件」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「事件」= 影片 + 時間地點 + 系統分類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重看影片→判成立或誤報→離開畫面查證據→回信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爭議=客戶回頭說判錯 · 尖峰另徵調 7 位研發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779008"/>
            <a:ext cx="375379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6190488"/>
            <a:ext cx="375379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933377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35713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335713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111813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084381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084381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084381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066218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038786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038786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038786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471839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54421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607796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3152759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4112145"/>
            <a:ext cx="4240255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3152759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240280"/>
            <a:ext cx="424025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5997"/>
            <a:ext cx="45720" cy="7500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8565"/>
            <a:ext cx="2408822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8565"/>
            <a:ext cx="3152759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88565"/>
            <a:ext cx="4240255" cy="8414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7867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7867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7867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7867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8059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607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7867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7867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1915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移交後天花板:約 85% 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7483"/>
            <a:ext cx="9658807" cy="603044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7483"/>
            <a:ext cx="9293047" cy="603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