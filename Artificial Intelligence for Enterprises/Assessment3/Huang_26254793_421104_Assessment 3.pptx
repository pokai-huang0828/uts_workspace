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71 秒 · 累計 4:14</a:t>
            </a:r>
          </a:p>
          <a:p/>
          <a:p>
            <a:r>
              <a:t>★ 一天兩百二十六筆誤報,一百八十八筆是同一個根因 —— 而修它要的速限資料我們手上就有。</a:t>
            </a:r>
          </a:p>
          <a:p/>
          <a:p>
            <a:r>
              <a:t>· 兩種病要兩種修法:行車輔助缺脈絡(WP-C)、駕駛監控缺判準(WP-B)——這就是為什麼標註跟脈絡排在 AI 前面</a:t>
            </a:r>
          </a:p>
          <a:p>
            <a:r>
              <a:t>· 片上數值已從樣本(4 台 · 23 工作天 · 1,647 筆)放大到 3,000 筆/天 的車隊(約 168 台)</a:t>
            </a:r>
          </a:p>
          <a:p>
            <a:r>
              <a:t>· 誤報 124 筆裡 103 筆同一個根因;修它要的速限資料是公司既有資產</a:t>
            </a:r>
          </a:p>
          <a:p/>
          <a:p>
            <a:r>
              <a:t># ADAS 1,874 筆/天 → 誤報 189(10.1%) · DMS 1,126 筆/天 → 誤報 36(3.2%)</a:t>
            </a:r>
          </a:p>
          <a:p>
            <a:r>
              <a:t># 全部誤報 226 筆/天 · 同根因 188 筆/天 = 83%</a:t>
            </a:r>
          </a:p>
          <a:p>
            <a:r>
              <a:t># 放大倍數 41.9(樣本每台車每工作日 17.9 筆)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168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他若問「168 台哪來的」:3,000 筆/天 ÷ 每車每工作日 17.9 筆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那我們的時間到底花在哪裡?我把最近一份判讀拆開來看。這張表上的數字,已經從樣本同比例放大到一個三千筆一天的車隊,大約一百六十八台車。行車輔助一天一千八百七十四筆,其中一百八十九筆是誤報;駕駛監控一天一千一百二十六筆,誤報三十六筆。兩邊錯的不是同一件事:行車輔助錯的是模型,缺的是脈絡,判定依據不在畫面裡;駕駛監控錯的是人,缺的是判準,同一段影片兩個人給不同標籤。兩種病要兩種修法,所以標註跟脈絡是兩個不同的工作包,而且都排在 AI 前面。合起來一天兩百二十六筆誤報,而其中一百八十八筆是同一個根因:交通標誌辨識,八成三。修它要的速限資料,公司手上就有 —— 不用等新技術,也不用買。但我要說清楚:這些是從四台車、一千六百四十七筆同比例放大來的。這個比例能不能代表一百六十八台,正是第六週要量的第一件事。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66 秒 · 累計 5:20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GB),要輪流載入;兩台各自常駐,而且擴到全客戶也不用再加購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6:19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7:03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7:54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8:44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9:30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10:17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11:20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11:25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誤報的八成三回到同一個根因 —— 修它要的速限資料我們手上就有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3,000 筆/天 的車隊(約 168 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3,000 筆/天 的車隊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1,874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1,126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189 筆/天(10.1%)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36 筆/天(3.2%)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缺什麼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判準:同一段影片,兩人不同標籤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對應哪一包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WP-C 脈絡特徵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WP-B 標註品質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226 筆/天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3968496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189 + 駕駛監控 36〔同比例放大,W1–6 驗〕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188 筆/天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4472844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124;放大不改變比例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9114" y="497719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不用等新技術,也不用買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31778"/>
            <a:ext cx="9658807" cy="67874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31778"/>
            <a:ext cx="9293047" cy="678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樣本只有 4 台車 · 1,647 筆 —— 比例能不能代表 168 台,正是第六週要量的第一件事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2 台 · A$14,200–17,700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+ 深挖台各一;採購在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4963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0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05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05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05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05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724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526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05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05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10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6668"/>
            <a:ext cx="9658807" cy="60385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6668"/>
            <a:ext cx="9293047" cy="6038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