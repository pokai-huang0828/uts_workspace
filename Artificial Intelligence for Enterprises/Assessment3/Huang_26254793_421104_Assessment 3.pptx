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9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3:55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4:54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5:38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6:29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7:18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8:04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8:51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9:55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10:00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593376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593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477040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17320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89888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689888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689888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4313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1570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1570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15706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