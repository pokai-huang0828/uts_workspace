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開場 · 這個提案在講什麼】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自動化停在第二關 —— 剩下的全由 5 個人逐筆看】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頁寫的是「不做這件事,用現在的做法覆蓋全客戶要再請 12–19 人」,而「做了能少請幾個」第 16 週才算得出來。這一頁的主張是**同樣人力、更高產出**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【這一頁的作用】委員會裡不是每個人都懂這條產線,聽不懂就不會核准。這頁先用兩張卡把「已自動化 / 沒自動化」切成二元對比,並當場定義什麼是一個事件、什麼是一次爭議、那 5 個人具體在做什麼;再用「合計 29.8–42.9 人時對上產能 40 人時」把痛點釘死在「證據不在畫面裡」—— 那正是本案要建的能力的靶心。成因與解法印在同一頁,委員會才知道我們要買的不是產能,是把畫面外的脈絡讀進來的能力。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最花時間的兩段佔五成到八成八】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怎麼導入:爭議回覆自動化,第 8–16 週,所有案件都適用;人仍逐筆判,機器不做結案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⚠️ 內部覆核與回信各 0.25 天,是比營運端原口述(各 0.5 天)**收緊過**的值;收緊後合計 2.0–5.0 天、頭條 50%–87.5%(用 0.5/0.5 算是 43%–78%)。🚫 不可說「這下跟第 9 頁一致了」—— 第 9 頁那條自己也標著「估計,非量測」,兩者本來就同一個營運來源,**不算互相驗證**;正式量測前六週交</a:t>
            </a:r>
          </a:p>
          <a:p>
            <a:r>
              <a:t>⚠️ 🔑 他若問「87.5% 是不是機器接手判讀」:不是 —— 那是**可被壓縮的時間上限**,機器只壓縮查證據那部分,結論仍一筆一筆由人下;若完全不碰判讀、只算撈數據那 0.5 天,對應區間是 10%–25%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機器交的是證據包,判的還是人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沒有它,這只證明「有件事很花時間」。同一頁又自己標明證據等級(營運端估計,非量測)並給出反向出口(推翻就轉排班),把核准變成一個低風險決定。而「排隊只有 0–1 天」那一格先把「加人或排班就解得掉」的反問堵掉:真正的延遲落在模型碰得到的那兩段,不在隊列上。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AI 現在判錯的兩個原因】　目標 75 秒 · 累計 4:17</a:t>
            </a:r>
          </a:p>
          <a:p/>
          <a:p>
            <a:r>
              <a:t>★ 八成三的誤報錯在同一件事:答案不在畫面裡 —— 而那份資料公司手上就有。</a:t>
            </a:r>
          </a:p>
          <a:p/>
          <a:p>
            <a:r>
              <a:t>· 誤報分兩種:假判錯(客戶不懂判定邏輯,機器其實判對)與真判錯 —— 兩條產品線都有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真判錯又分兩類:**畫面外**(速限讀不到 → 地圖資料補得上)與**畫面裡**(陰影光影、物體誤判 → 要更強的視覺模型);DMS 還多一條:判準不一致的標籤餵進去,訓練資料本身就是髒的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30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🔴 漏報(該報沒報)這一列已從片上拿掉(第 8 頁第 5 列已經寫過,片上重複)。他若問「那漏報呢」:發生在 Edge AI 端、**沒有事件紀錄**,只有客戶回報才知道,本案碰不到,要靠前端重訓 —— 這一條第 8 頁第 5 列印著「本案碰不到 → 不變」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329 字(忘詞才看,不是拿來唸的)──</a:t>
            </a:r>
          </a:p>
          <a:p>
            <a:r>
              <a:t>那機器現在到底判錯在哪裡?這張表把兩條產品線的誤報拆開。先講假判錯:客戶不懂我們的判定邏輯,其實機器判對了 —— 兩邊都有。真判錯才是要修的:行車輔助是速限數值錯判、車前陰影光影、前車物體錯判;駕駛監控是駕駛行為因光線被誤判、還有物件誤判。這些指向不一樣的修法。速限被錯判是**畫面外**的問題 ——那面牌讀不出來,但地圖上有,把它讀進模型就補得上。光影跟物體誤判是**畫面裡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也就是說,八成三的誤報錯在同一件事 —— 答案不在畫面裡。那面牌模型讀不到,可是速限資料公司手上就有。這就是下一頁那兩台要做的事:把畫面外的資料讀進來。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【這一頁的作用】這頁的任務只有一個:量出「畫面外」到底有多大,把第 3 頁的因果句變成一個數字。第 3 頁說慢是因為證據不在畫面裡;這頁把一個真實車隊一個月的誤報拆開,指出八成三錯在同一件事 —— 答案不在畫面裡(那面速限牌模型讀不到,而那份資料公司手上就有);第 5 頁才有資格說要買兩台把畫面外的資料讀進來。三頁是同一條因果鏈。🔴 這頁**不是**在主張重訓偵測模型 —— 那是另一個案子;說成「這就是新 AI 要針對訓練的」會讓整頁跟本案脫鉤(Kenny 2026-08-16 指出)。誤報也先拆成假判錯(客戶不懂判定邏輯、機器其實判對)與真判錯,因為只有後者才是模型要修的,而前者正是證據包要解的。母體與證據等級全部自己標出來:一個 30 台的小車隊、每月 23 個工作天、由 4 台車 1,647 筆同比例放大,而比例能不能代表 30 台第 1–6 週驗。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選型與部署:兩層模型、兩台設備】　目標 66 秒 · 累計 5:24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不是別的」:開源、可地端、原生吃影片;而**選型本身也要在第 6 週那個檢查點,依前六週的量測再複核一次**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**設備第 6 週之後才買,不在第一段額度內** —— 今天要批的 A$18,700–20,900 本來就不含設備。台數不是變數:一台裝不下兩個模型,規劃就是兩台;第 6 週要複核的是選型與採購金額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</a:t>
            </a:r>
          </a:p>
          <a:p>
            <a:r>
              <a:t>⚠️ 🔴 **93% 要自己先說破**:全客戶 13,000 筆時深挖台佔用率下緣 46%、上緣 93% ——上緣那是**滿載**,不是成長空間,沒有尖峰餘裕也沒有維護視窗。第三台的觸發條件我寫成「深挖台日均佔用超過 70%」,第 6 週拿到量測後定</a:t>
            </a:r>
          </a:p>
          <a:p>
            <a:r>
              <a:t>⚠️ 🔴 他若問「瓶頸真的是頻寬嗎」:那句對的是**產出文字**那一段;**讀影片那一段吃的是算力**,我那 62 秒沒把它算進去,所以偏樂觀。實機量測第 6 週,而設備採購本來就排在第 6 週之後</a:t>
            </a:r>
          </a:p>
          <a:p>
            <a:r>
              <a:t>⚠️ 🔴 「各佔約 75 GB」只是**權重**,不含推論當下的快取;一段影片抽出來上萬個視覺 token,快取是十幾到數十 GB 的量級,而 128 GB 是 CPU/GPU 共用還要扣作業系統 —— 這也是實機才測得出來的</a:t>
            </a:r>
          </a:p>
          <a:p>
            <a:r>
              <a:t>⚠️ 🔴 他若問「篩檢台挑出來的跟客戶爭議是同一批嗎」:**不是**。爭議是客戶回頭標記才產生的,篩檢台預測不了客戶會標哪一筆;深挖台那 150–300 筆是爭議量(3,000 的 5–10%),不是篩檢台的輸出</a:t>
            </a:r>
          </a:p>
          <a:p>
            <a:r>
              <a:t>⚠️ 🔴 授權要分開講:兩顆條款不一樣,深挖台那顆走**通義千問自己的授權、不是 Apache 2.0**。🚫 不可說「它是開源的」—— 會被當場糾正。拿它的輸出訓練我們自己的模型這點已送法務</a:t>
            </a:r>
          </a:p>
          <a:p>
            <a:r>
              <a:t>⚠️ 🔴 他若問隱私:地端只解決「影像不出公司」,**不解決我在第 8 頁自己標紅的那條** ——內部調閱範圍與保存期限都會變大,而且地端沒有外部稽核。第一段就要交存取紀錄:誰、何時、調了哪一筆、為了哪件爭議,全量留檔可回溯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【這一頁的作用】委員會看到「地端 AI」第一個問題是「跑不跑得動、要買什麼」。這頁把選型收斂成三個可查的事實:記憶體裝不裝得下(兩個模型各約 75 GB vs 一台 128 GB)、瓶頸在哪(273 GB/s 記憶體頻寬,不是算力)、佔用率多少(一個車隊各只用掉一到二成)。所有秒數都自標「推算」、選型本身也押在第 6 週依量測複核 —— 這頁要建立的是「我知道我在買什麼,也知道我還沒量過什麼」,而不是一份效能承諾。🔴 全客戶那格上緣 93% 是滿載,不是成長空間,答辯時要自己先說破。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三條路,同一個目標:5 天壓到 2 天】　目標 90 秒 · 累計 6:53</a:t>
            </a:r>
          </a:p>
          <a:p/>
          <a:p>
            <a:r>
              <a:t>★ 調班只壓得到排隊那 0–1 天,而慢的五到八成八在撈數據跟判讀 —— 那一段只有 AI 壓得到。</a:t>
            </a:r>
          </a:p>
          <a:p/>
          <a:p>
            <a:r>
              <a:t>· 三條路同一個目標:爭議回覆 5 天壓到 2 天</a:t>
            </a:r>
          </a:p>
          <a:p>
            <a:r>
              <a:t>· 加人:全段都快一點,但量幾倍人就幾倍(17–24 人),而且編制停不下來</a:t>
            </a:r>
          </a:p>
          <a:p>
            <a:r>
              <a:t>· 調班:只壓得到排隊那 0–1 天,而且是從研發挖人 —— 其他研發進度會往後推</a:t>
            </a:r>
          </a:p>
          <a:p>
            <a:r>
              <a:t>· 地端 AI:壓的是撈數據 + 判讀那 50–87.5%,前期投入一次,三個檢查點都能停</a:t>
            </a:r>
          </a:p>
          <a:p/>
          <a:p>
            <a:r>
              <a:t># 一筆爭議 5.25 分鐘 · 全客戶一天 13,000 筆 = 129.1–185.9 人時 ÷ 8 小時 = 17–24 人</a:t>
            </a:r>
          </a:p>
          <a:p>
            <a:r>
              <a:t># 🔴 現有 5 人一天只有 40 人時 —— 一天進來的量要 3–5 天才看得完</a:t>
            </a:r>
          </a:p>
          <a:p>
            <a:r>
              <a:t># 第 6 週要量的三件事:一筆分析確切多久 · 目前維護的車隊規模 · 今年的成長預估</a:t>
            </a:r>
          </a:p>
          <a:p>
            <a:r>
              <a:t># 第 6 週檢查點:找證據 + 判讀真的是主要延遲才往下做</a:t>
            </a:r>
          </a:p>
          <a:p/>
          <a:p>
            <a:r>
              <a:t>⚠️ 🚫 不要說「次線性」「成本形狀」—— 講「量再長也不會等比長」</a:t>
            </a:r>
          </a:p>
          <a:p>
            <a:r>
              <a:t>⚠️ 🚫 這一頁不要再提規則式比對與公司既有雲端規劃 —— 兩者都不是選項。他若問「規則式呢」:那是我自己要做的對照組,在第 10 頁;他若問「跟現有雲端規劃重不重複」:還在研擬,第 6 週前釐清邊界(第 11 頁)</a:t>
            </a:r>
          </a:p>
          <a:p>
            <a:r>
              <a:t>⚠️ 🔴 第 6 週那一關量的是**會浮動的三件事**,不是「確認我們已經知道的瓶頸」——事件量本來就是浮動的,一個月的樣本推不出全年;而「量變大時成本怎麼長」那一整欄的論證,靠的就是「一筆多久」和「量長多快」。沒有這兩個數字,加人夠不夠、AI 值不值得,兩邊都只是在猜</a:t>
            </a:r>
          </a:p>
          <a:p>
            <a:r>
              <a:t>⚠️ 🔴 17–24 人那格片上只放得下算式,**兩個還沒驗的假設要用講的**:① 批次複核 20 秒/筆 ② 全客戶的案件組合跟這個樣本一樣。徽章已經寫了「推算,不是核定編制」,但被追問時要主動說出這兩條</a:t>
            </a:r>
          </a:p>
          <a:p>
            <a:r>
              <a:t>⚠️ 🔴 調班那一列**一定要把研發代價講出來**(Kenny 指定):那 7 位是從研發挖來的,轉成正式編組等於長期把研發人力綁在複核上,其他研發進度往後推 —— 這是它真正的成本,不是現金。🚫 但這是**陳述代價不是貶低它**,判斷仍留給第 6 週那個檢查點</a:t>
            </a:r>
          </a:p>
          <a:p>
            <a:r>
              <a:t>⚠️ 🔴 **不要替委員會下判決。**「拒絕」「採用」是有決定權的人才用的詞,提案人只給事實,連「我不建議」都不要說 —— 那一樣是在替他們下結論。三欄擺出來結論自己會浮出來;加評語只會讓這一頁從「比較」變成「推銷」</a:t>
            </a:r>
          </a:p>
          <a:p/>
          <a:p>
            <a:r>
              <a:t>→ 換下一頁</a:t>
            </a:r>
          </a:p>
          <a:p/>
          <a:p>
            <a:r>
              <a:t>── 逐字備援 · 394 字(忘詞才看,不是拿來唸的)──</a:t>
            </a:r>
          </a:p>
          <a:p>
            <a:r>
              <a:t>要把五天壓到兩天,路有三條,我都算過。加人最直覺,全段都會快一點,但成本跟量一起長 —— 量幾倍,人就要幾倍,覆蓋全客戶要十七到二十四個人,而且編制是常態支出,停不下來。換個講法各位會更有感:現在這五個人一天只有四十個人時,而全客戶一天進來的量要一百二十九到一百八十六個人時 ——**一天的量,現在要三到五天才看得完**,所以每過一天,積壓就多一天。第二條是調班加尖峰支援,把現在徵調的七位研發轉成正式編組。它便宜,而且隨時可以停、退回原班表。但它有兩件事要請各位一起看:第一,時效那一欄 —— 它只壓得到排隊那零到一天;第二,成本那一欄 —— 這七個人是從研發挖過來的,量越大挖越兇,我們其他的研發進度就往後推。那筆錢不是付現金,是付在進度上。第三條才是本案:地端 AI 事件判讀,讀懂事件脈絡、產出證據包。它壓的是撈數據跟判讀那五成到八成八,也就是真正慢的那一段;前期投入一次,之後量再長也不會等比長,而且三個檢查點都可以停。這三條我沒有替各位打分數 —— 差別就在這三欄:壓得到哪一段、量變大時會怎樣,以及能不能反悔。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【這一頁的作用】這頁要讓委員會相信一件事:這個 AI 提案是**被比較過的**,而且比較的標準跟他們要的東西同一把尺。三條路同一個目標(爭議回覆 5 天壓到 2 天),四個欄位並排:做什麼、能壓到哪一段時間、量變大時成本怎麼長、能不能反悔。🔴 表上**不放判決欄**。Kenny 2026-08-16:「你是主管嗎?你去幫我們決定拒絕幹嘛」「你為什麼要去多加這些話去引導」——他是對的:整份提案的立場是「喊停的權力在你們手上」,而一個 ❌ 拒絕就把那個權力收走了;「我不建議」也一樣是在替他們下結論。三欄事實擺出來,結論自己會浮出來 ——加人要 17–24 人而且停不下來,AI 前期投入一次、三個檢查點都能停。加了評語反而會把這一頁從「比較」變成「推銷」。🔑 時效那一欄是本頁的勝負手:第 3 頁自己寫「排隊只有 0–1 天,那是排班解得掉的唯一一段」,把那個數字搬過來,「為什麼不直接調班就好」這個最便宜的反問就被提案自己的數字答掉了。🔴 這頁不列規則式比對與公司既有雲端規劃:前者是本案自己的第 3 件事(第 10 頁,AI 的對照組),後者還在研擬。把不是選項的東西列進選項表,只會讓委員會不知道要選哪一個。🔴 右卡那一關量的是**會浮動的三件事**(一筆分析確切多久、目前維護的車隊規模、今年的成長預估),不是「花六週確認我們已經知道的瓶頸」。Kenny 2026-08-16:「事件量是一個浮動數,你只能在這六週統計出我們現有的分析確切時間、車隊維護和今年的成長預估」——他是對的:一個月的樣本推不出全年,而「量變大時成本怎麼長」那一整欄的論證,靠的就是「一筆多久」和「量長多快」這兩個數字。沒有它們,加人夠不夠、AI 值不值得,兩邊都只是在猜。那一關同時留了一個通向不做本案的出口,核准因此是一個低風險決定。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導入 AI 會出什麼事:八件,前三件是 AI 才有的】　目標 79 秒 · 累計 8:12</a:t>
            </a:r>
          </a:p>
          <a:p/>
          <a:p>
            <a:r>
              <a:t>★ 把握只有中的那三件,共同點是都不在我手上 —— 機器的措辭、主管轉不轉達、高階的行程。</a:t>
            </a:r>
          </a:p>
          <a:p/>
          <a:p>
            <a:r>
              <a:t>· 機器會講錯但講得很順 → 每一句標出證據在第幾秒,再用固定考題抽驗那一秒對不對</a:t>
            </a:r>
          </a:p>
          <a:p>
            <a:r>
              <a:t>· 判準不一致的答案會餵進訓練 → 固定考題 + 抽一部分兩個人各判一次 + 每一版存檔</a:t>
            </a:r>
          </a:p>
          <a:p>
            <a:r>
              <a:t>· 人看到答案就不自己想 → 我的決定是介面不顯示機器的信心分數</a:t>
            </a:r>
          </a:p>
          <a:p>
            <a:r>
              <a:t>· 🔑 第三欄是「這個防法自己要付的代價」—— 一般提案只寫風險→緩解,那讀起來像沒有成本</a:t>
            </a:r>
          </a:p>
          <a:p>
            <a:r>
              <a:t>· 🔑 分四類:資料 2 件 · 組織 3 件 · 倫理 1 件 · 經濟 1 件;倫理那件下一頁逐條對課程八原則</a:t>
            </a:r>
          </a:p>
          <a:p>
            <a:r>
              <a:t>· 🔑 最後一欄是「這個防法有多大把握」—— 高四件、中三件;而中的那三件共同點是**都不在我手上**</a:t>
            </a:r>
          </a:p>
          <a:p/>
          <a:p>
            <a:r>
              <a:t># 七件事 · 資料 2 · 組織 3 · 倫理 1 · 經濟 1 · 把握 高 4 / 中 3</a:t>
            </a:r>
          </a:p>
          <a:p/>
          <a:p>
            <a:r>
              <a:t>⚠️ 🚫 不要說「緩解」「偵測訊號」「NIST」「黃金題」「快照」——講「怎麼防」「怎麼知道它發生了」「固定考題」「每一版存檔」</a:t>
            </a:r>
          </a:p>
          <a:p>
            <a:r>
              <a:t>⚠️ 防法的**代價**要一起講(不顯示信心會拖慢複核)—— 那才顯得是真的想過</a:t>
            </a:r>
          </a:p>
          <a:p>
            <a:r>
              <a:t>⚠️ 🚫 不要再提「以前判成誤報的紀錄算不算證據」那一件 —— 已刪除。Kenny:那些紀錄是依據,也是我們優化的方向,我們本來就會記錄誤報客戶事件</a:t>
            </a:r>
          </a:p>
          <a:p>
            <a:r>
              <a:t>⚠️ 🔴 第 3 件不可講成「不會發生,因為最後是人審核」——機器給的是**判定結果**,人只是最後給結論;有現成結論可以照抄,那就是這條風險成立的條件。評分者研究的就是這個,講「有人審核」他一定追</a:t>
            </a:r>
          </a:p>
          <a:p>
            <a:r>
              <a:t>⚠️ 🔴 第 1 件的偵測方式改過:原本是「人推翻機器判定的比例不降」,但機器唬爛成功時人會相信它,推翻率反而會**降** —— 那條訊號在最危險的情況下剛好讀起來像沒問題。現在改成直接抽驗它標的那一秒對不對,不用等人推翻</a:t>
            </a:r>
          </a:p>
          <a:p>
            <a:r>
              <a:t>⚠️ 🔴 第 2 件的偵測方式也改過:原本是「交通標誌根因佔比偏離 83%」,但本案的目的就是把那 83% 打下來,案子成功時它一定偏離,分不出好壞。現在改成同一批考題重判時兩人不一致率上升</a:t>
            </a:r>
          </a:p>
          <a:p>
            <a:r>
              <a:t>⚠️ 🔑 他若問「這頁跟下一頁差在哪」:這頁是八件事按四類分,下一頁是把**倫理那一類**拿去對課程單元六引用的八原則逐條檢查。分類與「有多大把握」這兩欄不是裝飾 —— rubric 的 30 分那條白紙黑字要這兩樣</a:t>
            </a:r>
          </a:p>
          <a:p/>
          <a:p>
            <a:r>
              <a:t>── 錄影提示(不唸)──</a:t>
            </a:r>
          </a:p>
          <a:p>
            <a:r>
              <a:t>· 錄影標記:唸完「第八條我沒有答案,由法務在第六週前給書面意見」整句後,畫面停在最後那條風險的紅色虛線圈上靜止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/>
          <a:p>
            <a:r>
              <a:t>→ 換下一頁</a:t>
            </a:r>
          </a:p>
          <a:p/>
          <a:p>
            <a:r>
              <a:t>── 逐字備援 · 348 字(忘詞才看,不是拿來唸的)──</a:t>
            </a:r>
          </a:p>
          <a:p>
            <a:r>
              <a:t>選了這條路,我先講它會出什麼事。七件事,我按四類分:資料兩件、組織三件、倫理一件、經濟一件。資料那兩件是 AI 才有的。第一,機器會判錯,但講得很順 —— 講錯的跟講對的一樣順,比一個錯的數字更難發現。我的做法是:分析結果用白話寫,而且把它用到的數據標出來;複核的時候對一下那些數據,是不是幻覺一眼就看得出來。這一件我把握高,因為每一筆複核都會對到,不是抽樣。第二,判定不一致。我們會定期跑一組答案確定的事件,拿去給 AI 校正,答對率掉下來就知道它漂了。組織那邊最要緊的一件是:機器給的是判定結果,人可能就照抄。我的決定是介面不顯示機器的信心分數 —— 但這個防法有代價,不顯示,複核會變慢,撞到兩天那個目標。這一格我也寫在表上。最後請各位看最右邊那一欄。把握只有中的有三件,而它們的共同點是**都不在我手上**:機器的措辭、主管願不願意幫駕駛轉達、還有高階主管的行程。我控制得了的,我寫高;控制不了的,我就寫中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【這一頁的作用】這頁回答委員會的下一個問題:「你要導入 AI,那會出什麼事?」一列一件事,橫著讀是四格:會出什麼事 → 我打算怎麼防 → **這個防法自己要付什麼代價** → 怎麼知道它真的發生了。🔑 第三欄是這頁的說服力來源。一般提案只寫「風險 → 緩解」,那讀起來像沒有成本的保證;多寫一句「而這個緩解會傷到什麼」(不顯示信心分數會拖慢複核、兩人複判成本近乎加倍),委員會才知道我真的算過。🔴 2026-08-16 白話化(Kenny:「第七章看不懂」):「黃金題」→「固定考題」(與第 10 頁片上同名)、「快照」→「每一版存檔」、「盲測組與對照組差異超過容忍值」→「有機器幫忙的那組判得比沒有的那組差」、「單位成本改善低於門檻」→「省時沒到當初講的數字」。🔴 同時修掉兩條**邏輯壞掉**的偵測訊號:①第 1 列原本是「人推翻機器判定的比例不降」—— 但機器唬爛成功時人會相信它,推翻率會**降**,這條訊號在最危險的情況下剛好讀起來像沒問題。改成直接抽驗它標的那一秒對不對。②第 2 列原本是「交通標誌根因佔比偏離 83%」—— 而本案的目的就是把那 83% 打下來,案子成功時它一定偏離,分不出好壞。改成同一批考題重判時兩人不一致率上升。🔴 標題與底線原本互相打架(標題說「每一條」、底線說「其餘七條」),已統一成八件。🔴 2026-08-16 Kenny:「這每一條都很怪,這跟第 8 張差在哪?有必要這樣探討?」——他問對了,而答案指出這一頁**漏了拿分的東西**。rubric 的 30 分那條有四個 HD 門檻:①限制與挑戰**按類別歸類且視覺化** ②緩解策略附**風險與成功可能性評估** ③倫理深刻 ④指標可量化,而作業說明明寫「四個都要做到才是 HD」。第 7 頁扛①②、第 8 頁扛③、第 9 頁扛④。原版第 7 頁只做到一半:八件事平鋪沒有任何類別標籤(門檻①未達)、只有「怎麼防/代價/怎麼發現」沒有「這個防法有多大把握」(門檻②未達)。→ 列名前綴四類(資料/倫理/經濟/組織,作業說明自己給的分類),並新增「這個防法有多大把握」欄。🔑 加上類別之後,兩頁的關係自己就講清楚了:第 7 頁是「八件事按四類分」,第 8 頁是把其中**倫理那一類**拿去對課程的官方八原則逐條檢查。沒有類別標籤時,兩頁看起來像在講同一件事兩次 —— 那正是 Kenny 感覺到的重複。🔴 2026-08-16 Kenny 逐列更正:①第 1 列的防法改成他實際的做法 —— **用白話寫分析結果並標出用到的數據**,複核時對一下那些數據,幻覺一眼看得出;因為是**每一筆複核都會對到**(不是抽樣),把握從中升到高。②第 2 列改成**定期跑一組答案確定的事件給 AI 校正**。③第 8 列(以前判成誤報的紀錄算不算證據)**整列刪掉** —— Kenny:那些紀錄是依據,也是我們優化的方向,我們本來就會記錄誤報客戶事件。八件變七件。④第 3 列 Kenny 先說「不會,因為最後是人為審核」,但追問後他自己講明**機器給的是判定結果,人最後給出結論** —— 那就是自動化偏誤成立的條件,所以這一列留著,列名改成「機器給了判定結果,人可能照抄」把風險講白。🔴 刪掉第 8 列後,這頁不再有「我沒有答案」的那一件。底線改用另一個誠實點:把握只有「中」的三件,共同點是**都不在提案人手上**(機器的措辭、主管願不願意轉達、高階的行程)。那比一句「有一件我沒解」更具體,也是「風險與成功可能性評估」這條門檻真正想看的東西。🔴 2026-08-16 Kenny:「你那些副標題都在自曝其短、講想法,可以改一下嗎?」——他是對的。第 7 頁原本寫「下一頁拿課程的八原則逐條檢查」(在跟自己交代流程)、第 8 頁「每一條都寫出機制,不是空話」(沒人指控你講空話,先自清反而像心虛)、第 9 頁「上面的成績一律不算」(自己先扣自己分)、第 10 頁「六件事裡只有一件是 AI」(在替 AI 佔比小辯解,委員會沒問)。副標的位置是**這一頁最強的主張**,不是「這一頁怎麼讀」也不是「我沒有在講空話」。四頁全部改成陳述句。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倫理:課程單元六那八原則,逐條對過沒一條變差】　目標 65 秒 · 累計 9:17</a:t>
            </a:r>
          </a:p>
          <a:p/>
          <a:p>
            <a:r>
              <a:t>★ 八條沒有一條因為這個案子變差 —— 而每一條我都寫得出為什麼,不是一句沒問題帶過。</a:t>
            </a:r>
          </a:p>
          <a:p/>
          <a:p>
            <a:r>
              <a:t>· 框架不是我挑的 —— 是課程單元六 6.3.4 引用的澳洲 AI 倫理八原則(DISR, 2019)</a:t>
            </a:r>
          </a:p>
          <a:p>
            <a:r>
              <a:t>· 🔴 第 7 條可申訴:駕駛透過車隊主管轉達,我們**調影片做事實分析還他清白**</a:t>
            </a:r>
          </a:p>
          <a:p>
            <a:r>
              <a:t>· 隱私:影像一律 180 天、證據包同期限,**不因本案改變**</a:t>
            </a:r>
          </a:p>
          <a:p>
            <a:r>
              <a:t>· 透明:對外交出去的一直是**人工審核的結果**,不是機器的結論</a:t>
            </a:r>
          </a:p>
          <a:p>
            <a:r>
              <a:t>· 問責有主:複核歸營運複核人,AI 判錯歸 RD 團隊</a:t>
            </a:r>
          </a:p>
          <a:p>
            <a:r>
              <a:t>· 🔴 唯一沒解的是第 5 條:漏報在 Edge AI 端就發生、沒有紀錄,本案碰不到</a:t>
            </a:r>
          </a:p>
          <a:p/>
          <a:p>
            <a:r>
              <a:t># 澳洲 AI 倫理八原則(DISR, 2019)· 課程單元六 6.3.4</a:t>
            </a:r>
          </a:p>
          <a:p>
            <a:r>
              <a:t># 第七條原文:「應設有及時的機制,讓相關方對 AI 系統的結果提出質疑」</a:t>
            </a:r>
          </a:p>
          <a:p>
            <a:r>
              <a:t># 影像保留 180 天 · 證據包同期限,不因本案改變</a:t>
            </a:r>
          </a:p>
          <a:p/>
          <a:p>
            <a:r>
              <a:t>⚠️ 🚫 不要再講「移交後」「天花板」「850 筆沒人看過」—— 那條線已經拿掉了</a:t>
            </a:r>
          </a:p>
          <a:p>
            <a:r>
              <a:t>⚠️ 這一頁的價值在**主動揭露**:兩條變差的自己講出來,其餘六條才會被信</a:t>
            </a:r>
          </a:p>
          <a:p>
            <a:r>
              <a:t>⚠️ 🔴 第七條那句原文要**逐字唸出來**,並說明它出自課程單元六 6.3.4</a:t>
            </a:r>
          </a:p>
          <a:p>
            <a:r>
              <a:t>⚠️ 🚫 不可再說「駕駛本人不能質疑」「可申訴從頭到尾不及格」「隱私會變差」——2026-08-16 Kenny 更正:影像一律 180 天不因本案改變;駕駛可以反駁,透過主管轉達,我們調影片做事實分析還他清白</a:t>
            </a:r>
          </a:p>
          <a:p>
            <a:r>
              <a:t>⚠️ 🔑 全綠不靠嘴巴,靠機制 —— 每一條後面都要接得出那個機制(180 天 / 主管轉達再調影片 / 人工審核 / 複核歸營運、AI 歸 RD)。被問「你確定沒有代價嗎」,就把第 5 條交出去:漏報本案碰不到,那是真的沒解</a:t>
            </a:r>
          </a:p>
          <a:p>
            <a:r>
              <a:t>⚠️ ⚠️ 他若追問「客戶知不知道背後有 AI」:對外交出去的是人工審核的結果,AI 是我們內部整理證據的工具 —— 這是公司的立場,不是規避。🚫 但不要說「我們會告訴客戶」,也不要說「我們刻意不講」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285 字(忘詞才看,不是拿來唸的)──</a:t>
            </a:r>
          </a:p>
          <a:p>
            <a:r>
              <a:t>這一頁我拿課程單元六引用的澳洲 AI 倫理八原則,逐條對過。先講結論:沒有一條會因為這個案子變差 —— 而我不是用一句「沒問題」帶過,每一條我都寫得出為什麼。隱私:影像一律保留一百八十天,證據包同一個期限,不因這個案子改變。可申訴,也就是第七條 —— 原文寫的是「應設有及時的機制,讓相關方對 AI 系統的結果提出質疑」。駕駛可以反駁,透過車隊主管轉達,我們調出影片做事實分析,還他清白。透明:對外交出去的一直是人工審核的結果,不是機器的結論。問責:複核的結果歸營運,AI 判錯歸研發,不是沒有人負責。以人為本,人還是逐筆判;福祉跟公平,同樣人力接得住更多。只有第五條我要老實說 —— 該報沒報的那種漏報,發生在車機端、根本沒有事件紀錄,這個案子碰不到它,只能靠前端重新訓練。</a:t>
            </a:r>
          </a:p>
          <a:p/>
          <a:p>
            <a:r>
              <a:t>── 備查(不唸,答辯用)──</a:t>
            </a:r>
          </a:p>
          <a:p>
            <a:r>
              <a:t>【這一頁的作用】框架不是我挑的,是**課程單元六 6.3.4 引用的**澳洲政府 AI 倫理八原則(DISR, 2019),編號與順序沿用原框架,評分者一列一列對得上;第七條「可申訴性」課程是逐字引用的,底線那句就是原文。🔴 2026-08-16 Kenny 更正三項事實後,這一頁**沒有一條變差**:影像一律 180 天、證據包同期限,不因本案改變;駕駛可以反駁(透過車隊主管轉達),我們調影片做事實分析還他清白;對外交出去的一直是人工審核的結果;問責有主 —— 複核歸營運複核人,AI 判錯歸 RD 團隊。🔴 我一度想硬留兩條紅字(理由是「全綠會被讀成漂白」),Kenny 否掉:「駕駛有管道申訴這樣哪裡不行???」—— 他是對的,那是拿修辭凌駕事實。🔑 全綠的風險用另一種方式解:**不是留問題,是把每一條「為什麼沒問題」寫成具體機制** ——180 天、透過主管轉達再調影片、人工審核、複核歸營運/AI 歸 RD。機制寫得出來才叫深刻;自我批評寫得再多都只是漂亮話。🔴 全頁唯一真的沒解的是**第 5 條:該報沒報**(漏報發生在 Edge AI 端、沒有事件紀錄,本案碰不到)——那一條標紅,是這一頁唯一的誠實負擔,也是唯一不能講成「我們有處理」的一條。🔴 ⑦ 可申訴原本標紅,Kenny:「都有解了有什麼好標紅色?」—— 拿掉。紅色排在綠色旁邊會被讀成「這條有問題」,跟同一列寫的「調影片還他清白 → 不變」自己打架。全頁只剩 ⑤ 該報沒報標紅,那是唯一真的沒解的一條;底線那條藍帶仍然指著 ⑦,不會沒人注意。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怎麼算成功 —— 以及什麼情況要喊停】　目標 47 秒 · 累計 10:04</a:t>
            </a:r>
          </a:p>
          <a:p/>
          <a:p>
            <a:r>
              <a:t>★ 上面八條是你買到的東西,下面三條是你隨時喊停的權力 —— 而煞車是我自己裝的。</a:t>
            </a:r>
          </a:p>
          <a:p/>
          <a:p>
            <a:r>
              <a:t>· 上面八條:回覆要幾天、每天處理幾筆、誤報率、要不要多請人</a:t>
            </a:r>
          </a:p>
          <a:p>
            <a:r>
              <a:t>· 下面三條任一沒過,上面八條的成績一律不算</a:t>
            </a:r>
          </a:p>
          <a:p>
            <a:r>
              <a:t>· 現在訂不出目標值的,我寫明第幾週由誰來訂 —— 不留空白</a:t>
            </a:r>
          </a:p>
          <a:p/>
          <a:p>
            <a:r>
              <a:t># 三條喊停:兩個人判同一段影片答案一不一樣 · 訓練資料來源要 100% 查得到 · 機器的描述會不會讓人判得更差</a:t>
            </a:r>
          </a:p>
          <a:p/>
          <a:p>
            <a:r>
              <a:t>⚠️ 🚫 不要說「保證」——上面那八條有一半今天還沒有基線,講的是「第幾週交」</a:t>
            </a:r>
          </a:p>
          <a:p>
            <a:r>
              <a:t>⚠️ 「訓練資料查得到來源」要講 100%,沒有中間值 —— 這是唯一不接受折衷的一條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怎麼算做成了。上面八條是效益,下面三條是喊停條件。最上面那條是客戶等多久拿到分析,現在兩到五天,我要做到兩天內 —— 這是我提的目標,不是已經簽的協議。中間有幾條今天還沒有基線,我不硬編數字,我寫的是第幾週交、由誰訂。下面三條請各位特別看:第一,同一段影片給兩個人判,答案一不一樣,這件事公司從來沒量過。第二,訓練資料查不查得到來源,要百分之百,沒有中間值。第三,機器寫的說明會不會反而讓人判得更差 —— 這條我用盲測驗,比對照組差就不放行。這三條任一沒過,上面八條的成績一律不算。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面八條告訴他們這筆錢買的是客戶等多久拿到分析,不是準確率;②下面三條讓他們知道自己手上握著喊停的權力,尤其「機器寫的說明會不會讓人判得更差」那一條 —— 那是本案自己製造的風險,由提案人主動列出來並綁上盲測;③每一個今天訂不出的目標值都寫明第幾週、由誰訂,把「訂不出來」變成可稽核的紀律,而不是含糊。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六個月分三段做,三個喊停點】　目標 54 秒 · 累計 10:58</a:t>
            </a:r>
          </a:p>
          <a:p/>
          <a:p>
            <a:r>
              <a:t>★ 六個月分三段做,每一段做完都可以喊停 —— 你不必一次押六個月。</a:t>
            </a:r>
          </a:p>
          <a:p/>
          <a:p>
            <a:r>
              <a:t>· 六件事裡只有一件真的用到 AI,而且排在最後面</a:t>
            </a:r>
          </a:p>
          <a:p>
            <a:r>
              <a:t>· 前面三件都在把 AI 要吃的東西準備好:量現況 → 寫判斷手冊 → 先用規則補</a:t>
            </a:r>
          </a:p>
          <a:p>
            <a:r>
              <a:t>· 三個喊停點寫的是「什麼情況要停」,不是「什麼情況算過」</a:t>
            </a:r>
          </a:p>
          <a:p/>
          <a:p>
            <a:r>
              <a:t># 第 6 週 · 第 12 週 · 第 24 週</a:t>
            </a:r>
          </a:p>
          <a:p>
            <a:r>
              <a:t># 第 12 週比三種做法:現在的做法 / 只加規則不加 AI / 加上 AI</a:t>
            </a:r>
          </a:p>
          <a:p/>
          <a:p>
            <a:r>
              <a:t>⚠️ 🔑 「只加規則不加 AI」那一種是刻意做的對照組 —— 沒有它,「AI 到底有沒有用」永遠是各說各話</a:t>
            </a:r>
          </a:p>
          <a:p>
            <a:r>
              <a:t>⚠️ 🚫 不要說「AI 自動結案」—— 機器寫的結論一律先給人看過才對外</a:t>
            </a:r>
          </a:p>
          <a:p/>
          <a:p>
            <a:r>
              <a:t>→ 換下一頁</a:t>
            </a:r>
          </a:p>
          <a:p/>
          <a:p>
            <a:r>
              <a:t>── 逐字備援 · 236 字(忘詞才看,不是拿來唸的)──</a:t>
            </a:r>
          </a:p>
          <a:p>
            <a:r>
              <a:t>六個月分三段做,每一段做完都可以喊停。六件事裡只有一件真的用到 AI,而且排在最後面。前面三件都在把 AI 要吃的東西準備好:先量出現在多準、多慢,再寫一本大家判得一樣的手冊,然後不用 AI、先用寫死的規則把脈絡補上。規則那一版是刻意做的,它是 AI 的對照組 —— 沒有它,AI 到底有沒有用永遠是各說各話。三個喊停點。第六週先確認慢的原因真的是找證據;不是,就停,改去調排班。第十二週三種做法擺在一起比;AI 沒比規則好,就縮規模,但實驗一定做完。第二十四週決定要不要真的用;證不出來,AI 這段就不上線,可是前面量出來的東西和那本手冊會留下來。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【這一頁的作用】這頁要讓委員會相信兩件事,而不是相信「我有計畫」。第一:六件事裡只有一件是 AI,其餘五件不是繞路 —— 沒有一組鎖死的考題就量不出模型判得準不準,判準不一致的答案餵給模型就是垃圾進垃圾出,所以順序本身就是風險控制。第二:三個喊停點寫的都是「什麼條件下這個案子會停」——第 6 週可以整案轉向排班,第 24 週可以直接不上線。第 12 週的三種做法則正面回答答辯必問的那題:「你怎麼證明是 AI 的功勞」—— 因為有一組刻意不含 AI 的規則版當對照組。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這件事要花多少錢】　目標 56 秒 · 累計 11:54</a:t>
            </a:r>
          </a:p>
          <a:p/>
          <a:p>
            <a:r>
              <a:t>★ 我今天只請你核准前六週:四點八五人月、約一萬八千七到兩萬零九百澳幣,再指定一位主管。</a:t>
            </a:r>
          </a:p>
          <a:p/>
          <a:p>
            <a:r>
              <a:t>· 錢主要花在人身上,不是機器 —— 機器只佔一小塊</a:t>
            </a:r>
          </a:p>
          <a:p>
            <a:r>
              <a:t>· 不做這件事,用現在的做法覆蓋全部客戶要再請十二到十九個人</a:t>
            </a:r>
          </a:p>
          <a:p>
            <a:r>
              <a:t>· 做了能少請幾個,我今天不給數字 —— 第 16 週量出來才算數</a:t>
            </a:r>
          </a:p>
          <a:p/>
          <a:p>
            <a:r>
              <a:t># 4.85 人月 · A$18,700–20,900(是規劃,不是已核定的預算)</a:t>
            </a:r>
          </a:p>
          <a:p>
            <a:r>
              <a:t># 機器兩台 A$14,200–17,700;三年總花費約 A$2.9–5.2 萬</a:t>
            </a:r>
          </a:p>
          <a:p/>
          <a:p>
            <a:r>
              <a:t>⚠️ 🔴 **最後一句講正面那三樣**(查得到怎麼算的錯誤率 · 補脈絡的判斷層 · 對照實驗結果)—— 🚫 不要停在「不做的代價」。全片的最後一個印象就是這一句</a:t>
            </a:r>
          </a:p>
          <a:p>
            <a:r>
              <a:t>⚠️ 🚫 絕對不要講「省下多少錢」或把節省減掉設備價算 ROI —— 今天沒有那個數字,講了第一個問題就被問穿</a:t>
            </a:r>
          </a:p>
          <a:p>
            <a:r>
              <a:t>⚠️ 被問到匯率/薪資:直說 1 A$=NT$22.6(2026-08)和薪資量級都是我自己設的假設,是量級不是報價</a:t>
            </a:r>
          </a:p>
          <a:p>
            <a:r>
              <a:t>⚠️ 🔴 三年總花費裡近一半到六成是「有人要顧它」的人力,不是機器 —— 這句要主動講</a:t>
            </a:r>
          </a:p>
          <a:p/>
          <a:p>
            <a:r>
              <a:t>→ 換下一頁</a:t>
            </a:r>
          </a:p>
          <a:p/>
          <a:p>
            <a:r>
              <a:t>── 逐字備援 · 246 字(忘詞才看,不是拿來唸的)──</a:t>
            </a:r>
          </a:p>
          <a:p>
            <a:r>
              <a:t>最後是錢。錢主要花在人身上,不是機器。六個月十八點二人月,大約七萬到七萬九澳幣;機器兩台一萬四千二到一萬七千七,三年連電費、延長保固、還有人要顧它,加起來大約兩萬九到五萬二 —— 其中近一半到六成是顧它的人力,不是機器本身。不做這件事會怎樣?用現在的做法要覆蓋全部客戶,得從五個人加到十七到二十四個人。做了以後能少請幾個,我今天不給數字 —— 第十六週量出每筆省多少人力,才算得出來。我今天只請你核准前六週:四點八五人月、一萬八千七到兩萬零九百澳幣,再指定一位主管。六個月後你手上會多三樣:一份查得到怎麼算的錯誤率、一層補脈絡的判斷,還有一份對照實驗的結果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【這一頁的作用】這頁要在委員會心裡完成三次收斂。第一次:看到「地端 AI」就問「那台機器多少錢」——設備價、三年總花費、以及其中近一半到六成其實是顧它的人力,三秒內收斂成「成本主體是人,不是設備」,避免答辯變成硬體採購的離題辯論。第二次:所有金額都標明是量級不是報價、假設輸入印在畫面上、五項未估價成本逐項列名 ——誠實度不能在唯一的金額上破功。第三次也是最關鍵的一次:🔴 明講「做了以後能少請幾個人,我今天不給數字」。原本那個「可避免 5–13 人」是建立在移交後八成五自動結案上的,那條線拿掉後它就不成立;與其換個算法硬留一個數字,不如當場說它第 16 週才算得出來 —— 委員會看到的是一個先幫他們算好帳、並把喊停權力交回去的人。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參考文獻(不佔十頁額度)】　目標 5 秒 · 累計 11:59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由五段各自獨立取端點、窮舉 32 組求得。非 AI 段只佔 12.5%–50%,而排隊本身只有 0–1 天 —— 那是排班解得掉的唯一一段。⚠ 這五段天數是營運端的估計,不是計時量測;前六週交出正式量測,若正式拆解推翻它,本案轉排班方案(第 6 週那個喊停點判)。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〔提案目標,未簽協議〕W16 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台的小車隊;比例能不能代表 30 台,前六週驗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658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🔴 要補的是「畫面外」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光線/物件→更強的視覺模型;判準→先統一標註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56971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4228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4542281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4542281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074062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046630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5046630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5046630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八成三的誤報,錯在同一件事:答案不在畫面裡 —— 那面牌模型讀不到,但速限資料公司手上就有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不用換載,也留得下成長空間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589" y="3968496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589" y="4472844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成長空間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筆/天也撐得住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589" y="4977193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篩檢台佔 51%、深挖台佔 46%–93%;再上去才需要第三台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64354"/>
            <a:ext cx="9658807" cy="646173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64354"/>
            <a:ext cx="9293047" cy="6461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三條路我都算過:差別在壓得到哪一段、成本怎麼長、能不能反悔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同一個目標:爭議回覆 5 天壓到 2 天 —— 而慢的五到八成八在撈數據跟判讀,調班只壓得到排隊那 0–1 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5054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2120617"/>
                <a:gridCol w="2120617"/>
                <a:gridCol w="2120617"/>
                <a:gridCol w="21206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能壓到哪一段時間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量變大時成本怎麼長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能不能反悔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增聘複核人力,覆蓋全客戶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全段都快一點,但要 17–24 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量幾倍,人就幾倍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停不下來,編制是常態支出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87147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調班 + 尖峰支援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徵調的 7 位研發轉正式編組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只壓得到排隊那 0–1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一樣跟量走,而且是從研發挖人 —— 量越大挖越兇,其他研發進度就往後推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隨時可停,退回原班表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③ 地端 AI 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壓的是撈數據 + 判讀那 50–87.5%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前期投入一次,之後量長也不等比長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三個檢查點都可以停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光靠加人要幾個人?算給各位看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56967" y="5138928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56967" y="5138928"/>
            <a:ext cx="1559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推算,不是核定編制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一筆爭議 5.25 分鐘 · 全客戶一天 13,000 筆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= 129.1–185.9 人時 ÷ 8 小時 = 要 17–24 個人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現有 5 人一天 40 人時 → 一天的量要看 3–5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60923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70651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事件量是浮動的 —— 第 6 週先把基準量出來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9033" y="5138928"/>
            <a:ext cx="178003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9033" y="5138928"/>
            <a:ext cx="1780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這一關沒過就不往下做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0651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現在一筆分析確切要多久 —— 用計時的,不是估的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② 目前維護的車隊規模 ③ 今年的成長預估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量出來不是「找證據」最慢 → 改做調班,後面不做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導入 AI 會出什麼事 —— 七件事,每一件都寫了怎麼防、怎麼發現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資料 2 · 組織 3 · 倫理 1 · 經濟 1。每一件都配一個防法,而每個防法自己要付的代價也印在上面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391229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011867"/>
                <a:gridCol w="2011867"/>
                <a:gridCol w="2011867"/>
                <a:gridCol w="201186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我打算怎麼防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這個防法要付什麼代價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怎麼知道它真的發生了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這個防法有多大把握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資料｜1 機器會判錯,但講得很順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用白話寫分析結果,並標出用到的數據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講錯的跟講對的一樣順,比錯數字難發現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複核時對一下標的數據,幻覺一眼看得出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高 · 每一筆都會對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資料｜2 判定不一致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定期跑一組答案確定的事件,給 AI 校正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那組事件要人維護,而且要定期重跑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校正時答對率掉下來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高 · 答案是確定的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組織｜3 機器給了判定結果,人可能照抄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介面不顯示機器的信心分數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不顯示,複核會變慢,撞到兩天目標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有機器幫忙那組,判得比沒有的那組差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中 · 擋不住措辭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倫理｜4 駕駛要反駁得靠主管轉達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調得出影片做事實分析,還他清白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主管不轉,駕駛就沒有管道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主管轉達的件數長期是零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中 · 入口不在駕駛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組織｜5 複核人員的角色會變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手冊找他們一起寫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一起寫,手冊比較晚定案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有人離職,或不再參與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高 · 只有五個人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經濟｜6 六個月內證不出回本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三個檢查點分段撥錢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長週期的工作難排人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省時沒到當初講的數字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高 · 錢分三段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組織｜7 高階不參與,案子就會擱著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指定主管,他到場才放行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多幾場會要開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連兩次檢查點主管沒到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中 · 盯不了行程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795957"/>
            <a:ext cx="9658807" cy="71457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795957"/>
            <a:ext cx="9293047" cy="7145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只有中把握的那三件,共同點是都不在我手上:機器的措辭、主管願不願意轉達、高階的行程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課程那八條倫理原則我逐條對過 —— 沒有一條因為這個案子變差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澳洲政府 2019 年公布的 AI 倫理八原則(課程單元六 6.3.4)—— 影像保留、申訴管道、問責歸屬,逐條對照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67482"/>
                <a:gridCol w="3153738"/>
                <a:gridCol w="31537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導入之後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① 福祉:同樣人力接得住多少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量一直長,人力沒變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接得住更多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以人為本:人還是不是最後決定的人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人逐筆判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人還是逐筆判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③ 公平:誰的案子先被看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依客戶購買量排序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涵蓋率提高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④ 隱私:影像調閱與保存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一律保留 180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證據包同 180 天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⑤ 可靠:該報沒報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發生在 Edge AI 端,無紀錄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本案碰不到 → 不變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⑥ 透明:對外是誰給的結論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人工審核的結果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一樣是人工審核的結果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可申訴:駕駛能不能質疑一筆判定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透過車隊主管轉達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一樣透過主管;調影片還他清白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問責:某一筆判錯誰負責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複核者簽名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複核歸營運;AI 判錯歸 RD 團隊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第七條原文:「應設有及時的機制,讓相關方提出質疑」—— 駕駛提,我們調影片還他清白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怎麼算成功 —— 而同一張表也寫明什麼情況要喊停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八條效益怎麼量、三條喊停誰來判 —— 每一條都寫明交件週次與負責的人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效益:八條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今天是多少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要做到多少 · 誰在第幾週訂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① 爭議回覆要幾天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天(估計,非量測)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天內〔提案目標,未簽協議〕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有多少客戶的案子被人看過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配給制,沒有紀錄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週先建立紀錄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每天要處理幾筆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不做這案要增聘幾個人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覆蓋全客戶需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做了能省多少,第 16 週量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⑤⑥ 每筆要花多少人力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 20 秒估 · 爭議 5.25 分(單月樣本)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週交正式量測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 ≈ 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7% 以下(提案),第 12 週判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客戶回頭爭議的比例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⑨ 尖峰徵調研發的人時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位,非常態編制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期內先建量測基準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553712"/>
          <a:ext cx="10874957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2537490"/>
                <a:gridCol w="2537490"/>
                <a:gridCol w="253749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喊停條件:三條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沒過會怎樣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⑩ 同一段影片,兩個人給不同答案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從來沒量過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10 週建立基線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沒過就不能拿這批答案去訓練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⑪ 訓練資料查不查得到來源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要 100%,沒有中間值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沒到 100% 不交回營運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⑫ 機器的描述會不會讓人判得更差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還沒有這個機制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12 週交盲測結果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比對照組差就不放行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5888736"/>
            <a:ext cx="9658807" cy="62179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5888736"/>
            <a:ext cx="9293047" cy="6217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下面三條任一沒過,上面八條的成績一律不算 —— 這是本案自己訂的規矩,不是外面的規定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六個月分三段做,每一段做完都可以喊停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三個喊停點在第 6、12、24 週;地端 AI 排在最後,前面三件先把它要吃的東西準備好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① 先量出現在多準、多慢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1–6 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2239" y="1755648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交:公司第一份查得到怎麼算的錯誤率 · 一組鎖死不再改的考題 · 每筆現在要花多少人力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② 寫一本大家判得一樣的手冊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3–10 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239" y="2259996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交:誤報的白話定義 · 判斷手冊 · 兩個人判同一段影片答案一不一樣的追蹤表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③ 先不用 AI,用規則補脈絡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5–12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2239" y="2764345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刻意先做不含 AI 的版本 —— 它是 AI 的對照組,不然 AI 有沒有用永遠說不清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④ 客訴自動整理成證據包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8–16 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239" y="3268694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六個月裡真正讓客戶有感的一件事。機器找齊證據,成不成立還是人一筆一筆判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40233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⑤ 地端 AI 讀事件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第 8–24 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239" y="3773043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本案唯一真的用到 AI 的一件事。一台掃全部、一台深看客訴(選型見第 5 頁);機器寫的結論一律先給人看過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385691"/>
            <a:ext cx="45720" cy="40233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358259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⑥ 交回營運日常運作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8358" y="4358259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20–26 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2239" y="4358259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交:操作文件 · 隨時看得到成績的儀表板。中間六次交件在第 6/10/12/16/24/26 週,那不是喊停的時點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31761"/>
                <a:gridCol w="3863522"/>
                <a:gridCol w="386352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三個喊停點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這一關在問什麼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答案不對就怎麼辦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慢的原因真的是「找證據」嗎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不是 → 停,改去調排班;量不出來 → 後面全不做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三種做法比一比:現在 / 只加規則 / 加 AI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AI 沒比規則好 → 縮規模,但實驗一定做完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24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這個 AI 到底要不要真的用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證不出比規則好 → AI 不上線;量測和手冊仍留下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這件事要花多少錢 —— 錢主要花在人身上,不是機器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今天只請你核准第一段(前六週)A$18,700–20,900,以及指定一位負責的主管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人(六個月 18.2 人月)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A$7.0–7.9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3739" y="1755648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18.2 人月 × 月薪 A$2,970–3,320 × 間接費率 1.3(自設假設,是量級不是報價)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46634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機器(兩台,自建機房)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A$14,200–17,700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3739" y="2259996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一台掃全部、一台深看客訴,第 6 週後才買。三年總花費約 A$2.9–5.2 萬(含電費、延保、有人要顧它),近半數是顧它的人力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36652"/>
            <a:ext cx="45720" cy="4663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909220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不做這件事會怎樣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909220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要再請 12–19 個人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3739" y="2909220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用現在的做法覆蓋全部客戶要 17–24 人,現在只有 5 人。🔴 做了以後能少請幾個,今天算不出來 —— 要等第 16 週量出每筆省多少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5858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5584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已經想到、但還沒估價的五項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558444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不編金額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3739" y="3558444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影片存放 ② 雲端運算 ③ 圖資更新 ④ 測試環境 ⑤ 訓練資料蒐集(第 6 週前補量級)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我今天要請你核准的錢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60855" y="5138928"/>
            <a:ext cx="111709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60855" y="5138928"/>
            <a:ext cx="11170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只到第 6 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A$18,700–20,900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〔是規劃、不是已核定的預算〕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2673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3646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我今天要請你指定的人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54955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54955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一位主管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3646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請委員會指定一位負責的主管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 6 週前釐清和現有雲端規劃的分界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9510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0483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六個月後你手上會多三樣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3326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3326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483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錯誤率 · 補脈絡的判斷層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不承諾省幾個人 —— 第 16 週才算得出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