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66 秒 · 累計 7:59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不顯示會拖慢複核,衝到時效。這一格我也寫在表上。剩下五條是專案風險:駕駛要反駁得靠主管轉達、複核人員的角色會變、六個月證不出回本、高階不參與就會擱置,以及第八條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9:04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9:52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10:45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11:41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11:46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