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7:58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8:42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9:29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10:22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11:18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11:23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週先證明一件事:慢的真的是「找證據」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前六週要交:每一段各花多久、超過兩天幾件、什麼時候進來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真的是 → 往下做地端 AI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不是 → 改做調班,後面全部不做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