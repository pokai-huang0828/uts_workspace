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7:58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倫理代價:課程單元六那八原則,逐條對過沒有一條綠燈】　目標 57 秒 · 累計 8:56</a:t>
            </a:r>
          </a:p>
          <a:p/>
          <a:p>
            <a:r>
              <a:t>★ 第七條原文寫「應設有及時的機制讓相關方提出質疑」—— 這一條我們做不到,我沒有藏。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表上**壞的排前面**:第 4 條隱私變差 → 第 7 條可申訴不及格 → 第 8 條問責未定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>
            <a:r>
              <a:t>· 剩下的:以人為本不變、福祉與公平改善、第 5 條本案碰不到、第 6 條揭露還沒定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 ——拿課程自己引的標準對照自己不及格,比任何自我批評都有份量</a:t>
            </a:r>
          </a:p>
          <a:p>
            <a:r>
              <a:t>⚠️ 🚫 不可把第 7 條說成「變差」—— 片上是「還是不能 → 仍不及格」;標「變差」的只有第 4 條隱私。兩個詞在同一張表上分得很清楚</a:t>
            </a:r>
          </a:p>
          <a:p>
            <a:r>
              <a:t>⚠️ 🚫 不可說「八條全紅」—— 片上是「沒有一條是綠燈」,實際分佈:兩條改善、兩條不變、一條變差、一條仍不及格、兩條未定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253 字(忘詞才看,不是拿來唸的)──</a:t>
            </a:r>
          </a:p>
          <a:p>
            <a:r>
              <a:t>這一頁是這個方案的代價。這八條不是我挑的框架 —— 是課程單元六引用的澳洲 AI 倫理八原則,我逐條對過,沒有一條是綠燈。我把壞的排在前面。第四條隱私會變差:為了讀脈絡,影像調閱範圍跟判定紀錄的保存都會擴大。第七條可申訴性,從頭到尾不及格。它的原文是這樣寫的 ——應設有及時的機制,讓相關方對 AI 系統的結果提出質疑。我們現在只有車隊安全主管能標記,駕駛本人不能對一筆判定提出質疑,導入之後還是不能。第八條問責,人仍然簽名,但機器給的那個建議誰負責,今天還沒定。後面那幾條是持平或改善,人還是逐筆判,同樣人力接得住更多。我沒有把前面三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【這一頁的作用】這一頁先用標題回答「為什麼一個 AI 提案要談倫理」—— 因為這個方案會決定「誰的案子被人看過」,那是它的代價,不是外掛的合規章節。🔑 框架不是我挑的,是**課程單元六 6.3.4 引用的**澳洲政府 AI 倫理八原則(DISR, 2019),編號沿用原框架順序,評分者對得上。🔴 排序刻意把壞的放前面(隱私變差 → 可申訴不及格 → 問責未定),因為原本按 ①–⑧ 排時,真正要命的兩條被埋在第 4 和第 7 列中間,委員會的眼睛不會停在那裡。🔴 底線那句是**第七條的原文**,而課程單元六 6.3.4 就是逐字引用它 ——拿課程自己引的原文對照自己承認做不到,是這一段唯一有份量的作法;自由書寫的倫理段落會被讀成漂亮話。全頁沒有綠燈不是失分,是把「還沒解的事」寫成可稽核的待辦清單。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9:43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10:37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11:33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11:37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八條倫理原則逐條對過 —— 兩條會變差,一條從頭到尾不及格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6.3.4)。壞的排前面;編號是原框架的順序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隱私:影像會被調閱多少、留多久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⑦ 可申訴:駕駛本人能不能質疑一筆判定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第七條原文:「應設有及時的機制,讓相關方對 AI 系統的結果提出質疑」—— 我們做不到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