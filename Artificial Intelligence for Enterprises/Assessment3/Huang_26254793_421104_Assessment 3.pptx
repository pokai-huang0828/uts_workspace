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65 秒 · 累計 4:07</a:t>
            </a:r>
          </a:p>
          <a:p/>
          <a:p>
            <a:r>
              <a:t>★ 八成三的誤報回到交通標誌 —— 而速限資料公司手上就有,這就是新 AI 要針對訓練的。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286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速限資料公司手上就有 —— 這就是新的 AI 要針對訓練的。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選型與部署:兩層模型、一台設備】　目標 66 秒 · 累計 5:14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目標 66 秒 · 累計 6:19</a:t>
            </a:r>
          </a:p>
          <a:p/>
          <a:p>
            <a:r>
              <a:t>★ 差別不在做什麼 —— 在量變大的時候會怎樣,以及能不能反悔。</a:t>
            </a:r>
          </a:p>
          <a:p/>
          <a:p>
            <a:r>
              <a:t>· 加人:量幾倍人就幾倍(17–24 人),而且編制停不下來 → 拒絕</a:t>
            </a:r>
          </a:p>
          <a:p>
            <a:r>
              <a:t>· 調班 + 尖峰支援:一樣跟量走但便宜、隨時可停 → 不預先否決,第 6 週決定</a:t>
            </a:r>
          </a:p>
          <a:p>
            <a:r>
              <a:t>· 地端 AI:前期投入一次,之後量長也不等比長,而且三個檢查點都能停 → 採用</a:t>
            </a:r>
          </a:p>
          <a:p/>
          <a:p>
            <a:r>
              <a:t># 144 人時 ÷ 1,647 筆 = 5.25 分/筆 · 129.1–185.9 ÷ 8 = 17–24 人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規則式(③)是**先做**不是備案 —— 83% 同根因,而速限資料手上就有</a:t>
            </a:r>
          </a:p>
          <a:p>
            <a:r>
              <a:t>⚠️ ⑤ 公司既有雲端規劃是**前置條件不是競爭** —— 這句要講,免得像在搶案子</a:t>
            </a:r>
          </a:p>
          <a:p/>
          <a:p>
            <a:r>
              <a:t>→ 換下一頁</a:t>
            </a:r>
          </a:p>
          <a:p/>
          <a:p>
            <a:r>
              <a:t>── 逐字備援 · 289 字(忘詞才看,不是拿來唸的)──</a:t>
            </a:r>
          </a:p>
          <a:p>
            <a:r>
              <a:t>路有五條,我都算過。加人最直覺,但它的成本跟量一起長 —— 量幾倍,人就要幾倍,覆蓋全客戶要十七到二十四個人。而且編制是常態支出,停不下來。所以我拒絕它。第二條是調班加尖峰支援,把現在徵調的七位研發轉成正式編組。它一樣跟量走,只是便宜一點,但隨時可以停,退回原班表 —— 這條我不預先否決,第六週再決定。第三條是規則式比對:定位加地圖速限硬比對,不用模型。這條我建議先做。第四條才是本案:地端 AI 事件判讀,讀懂事件脈絡、產出證據包。它的成本形狀不一樣 —— 前期投入一次,之後量再長也不會等比長,而且三個檢查點都可以停。第五條是公司既有的雲端判讀規劃,那還在研擬,不在本案範圍,是前置條件不是競爭。各位看最下面那一句:差別不在做什麼,在量變大的時候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【matrix-cell】量幾倍,人就幾倍 → 要 17–24 人</a:t>
            </a:r>
          </a:p>
          <a:p>
            <a:r>
              <a:t>【matrix-cell】定位 + 地圖速限硬比對,不用模型</a:t>
            </a:r>
          </a:p>
          <a:p>
            <a:r>
              <a:t>【matrix-cell】前期投入一次,之後量長也不等比長</a:t>
            </a:r>
          </a:p>
          <a:p>
            <a:r>
              <a:t>【這一頁的作用】這一頁要讓委員會相信兩件事。第一,這個 AI 提案是被比較過的:五條路用同一組欄位並排 —— 做什麼、成本形狀、能不能停、為什麼 —— 差別因此不是五段等長的描述,而是四種一眼分得出的曲線(線性 / 線性但削峰 / 一次性下移一階 / 次線性 / 尚未開始),而唯一不是線性的那一條就是採用案。第二,這個提案是可以被否決的:最便宜的調班沒有被畫醜、也沒有被預先否決,選項 0 用最保守、對本案最不利的算法拒絕,第 6 週那個喊停點有兩個同粗的出口,其中一個通向不做本案。委員會今天核准的是一道可以否決自己的量測,不是一個成效承諾。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目標 65 秒 · 累計 7:25</a:t>
            </a:r>
          </a:p>
          <a:p/>
          <a:p>
            <a:r>
              <a:t>★ 八條風險,前三條是 AI 特有的 —— 而每一條我都寫了怎麼知道它發生了。</a:t>
            </a:r>
          </a:p>
          <a:p/>
          <a:p>
            <a:r>
              <a:t>· 機器會講錯但講得很順 → 每一句都要標出引用的證據在第幾秒</a:t>
            </a:r>
          </a:p>
          <a:p>
            <a:r>
              <a:t>· 髒標註會一路傳下去 → 黃金題 + 抽樣雙人複核</a:t>
            </a:r>
          </a:p>
          <a:p>
            <a:r>
              <a:t>· 人看到答案就不再自己想 → 我的決定是介面不顯示機器的信心分數</a:t>
            </a:r>
          </a:p>
          <a:p/>
          <a:p>
            <a:r>
              <a:t># 八條風險 · 只有第 8 條(法律舉證)沒有解</a:t>
            </a:r>
          </a:p>
          <a:p/>
          <a:p>
            <a:r>
              <a:t>⚠️ 🚫 不要說「緩解」「偵測訊號」「NIST」—— 講「怎麼防」「怎麼知道它發生了」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第 8 條要說「我沒有答案,法務第 6 週前給書面意見」—— 承認比硬掰有力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287 字(忘詞才看,不是拿來唸的)──</a:t>
            </a:r>
          </a:p>
          <a:p>
            <a:r>
              <a:t>選了這條路,我先講它會出什麼事。八條風險,前三條是 AI 特有的。第一,機器會講錯,但講得很順 —— 錯的描述跟對的一樣通順,比一個錯的數字更難察覺。所以我要求它輸出的每一句都要標出引用的證據在第幾秒。第二,髒標註會一路傳下去。判準不一致的標籤餵進去,錯誤會沿著訓練流程放大。第三,人看到機器給的答案就不再自己想。所以我的決定是:介面不顯示機器的信心分數。但那個防法有代價 —— 不顯示會拖慢複核,衝到時效。這一格我也寫在表上。剩下五條是專案風險:駕駛不能申訴、複核人員的角色會變、六個月證不出回本、高階不參與就會擱置,以及第八條 —— 曾判為誤報的紀錄在法律舉證裡算什麼。第八條我沒有答案,由法務在第六週前給書面意見。其餘七條,每一條我都寫了「怎麼知道它發生了」。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「怎麼防」→「防了要付什麼代價」→「怎麼知道它發生了」,委員會掃一行就答得出「這條誰負責、壞了怎麼知道」。本頁的說服力來自兩件事:①主動承認有一條沒有解;②原本兩條由「機器自己結案」衍生的風險,在那條線拿掉後一併移除 —— 刪風險的理由寫在片上,不是悄悄消失。成功可能性標在每條風險名右側,補上評分要求的第三個維度。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目標 43 秒 · 累計 8:08</a:t>
            </a:r>
          </a:p>
          <a:p/>
          <a:p>
            <a:r>
              <a:t>★ 八條原則沒有一條是綠燈 —— 而會變差的只有兩條,我沒有藏。</a:t>
            </a:r>
          </a:p>
          <a:p/>
          <a:p>
            <a:r>
              <a:t>· 人還是逐筆判 → 以人為本不變;同樣人力接得住更多 → 福祉與公平性改善</a:t>
            </a:r>
          </a:p>
          <a:p>
            <a:r>
              <a:t>· 🔴 第 4 條隱私**會變差**:為了讀脈絡,影像調閱與紀錄保存都要擴大</a:t>
            </a:r>
          </a:p>
          <a:p>
            <a:r>
              <a:t>· 🔴 第 7 條可申訴性**從頭到尾不及格**:駕駛本人不能對一筆判定提出質疑</a:t>
            </a:r>
          </a:p>
          <a:p/>
          <a:p>
            <a:r>
              <a:t># 澳洲 AI 倫理八原則(2019)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190 字(忘詞才看,不是拿來唸的)──</a:t>
            </a:r>
          </a:p>
          <a:p>
            <a:r>
              <a:t>這一頁是這個方案的代價。我拿澳洲 AI 倫理八原則逐條對過,沒有一條是綠燈。多數是持平或改善:人還是逐筆判,所以以人為本那條不變;同樣人力接得住更多、涵蓋率提高,福祉跟公平性反而改善。但有兩條要盯。第四條隱私會變差 —— 為了讀脈絡,影像調閱範圍跟判定紀錄的保存都會擴大。第七條可申訴性,從頭到尾不及格:只有車隊安全主管能標記,駕駛本人不能對一筆判定提出質疑,導入之後還是不能。我沒有把這兩條藏起來,因為它們是這個方案真正的代價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會決定「誰的案子被人看過」,那是它的代價,不是外掛的合規章節。現在人仍然每一筆都判,所以最尖銳的那幾條還沒爆;但覆蓋是配給的、依客戶大小排序,而這個提案會讓機器的判斷開始影響人怎麼看 —— 那就是倫理風險的入口。全頁沒有綠燈不是失分,是把「還沒解的事」寫成可稽核的待辦清單,也把前六週的預算正當化成把紅燈變回琥珀的唯一路徑。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目標 47 秒 · 累計 8:55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目標 54 秒 · 累計 9:49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目標 56 秒 · 累計 10:45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目標 5 秒 · 累計 10:50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台,W1–6 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新 AI 要補什麼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3968496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4472844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🚫 不在本案範圍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漏報 —— 該報沒報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9114" y="4977193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發生在 Edge AI 端,沒有事件紀錄;只有客戶回報才知道,要靠前端重訓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82232"/>
            <a:ext cx="9658807" cy="628295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82232"/>
            <a:ext cx="9293047" cy="6282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八成三的誤報回到交通標誌 —— 而速限資料公司手上就有,這就是新 AI 要針對訓練的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五條路我都算過 —— 加人的成本跟量一起長,AI 是前期投入一次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AI;而差別不在做什麼,在「量變大的時候會怎樣」跟「能不能反悔」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74991"/>
                <a:gridCol w="2174991"/>
                <a:gridCol w="2174991"/>
                <a:gridCol w="2174991"/>
                <a:gridCol w="217499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量幾倍,人就幾倍 → 要 17…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❌ 拒絕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一樣跟量走,只是便宜一點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待第 6 週決定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規則式比對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 + 地圖速限硬比對…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降一階,但還是跟量走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可逐條檢查、可回退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✅ 先做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✅ 採用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 公司既有雲端規劃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還沒開始,曲線未定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不在本案範圍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前置條件,不是競爭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加人要幾個人 —— 算式照印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37205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7205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5144871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 ÷ 1,647 筆 = 5.25 分/筆〔單一批次,非長期均值〕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129.1–185.9 人時 ÷ 8 小時 = 16.14–23.24 → 取整 17–24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兩個假設還沒驗:20 秒/筆 · 全客戶同樣的案件組合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8999" y="3675887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727" y="3803903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第 6 週的檢查點 —— 這一關沒過就不往下做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39683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683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4809744"/>
            <a:ext cx="5144871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前六週要交:一件爭議的時間拆解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如果「找證據 + 判讀」真的是主要延遲 → 往下做 ③ 跟 ④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如果不是 → 改做 ② 調班方案,後面全部不執行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925312"/>
            <a:ext cx="9658807" cy="585215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925312"/>
            <a:ext cx="9293047" cy="5852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加人的成本跟量一起長,而且停不下來;AI 是前期投入一次,而且三個檢查點都能喊停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八條風險,前三條是 AI 特有的 —— 每一條都寫了怎麼知道它發生了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原本有兩條「機器自己結案」的風險,那條線不做了,所以一起拿掉;剩八條,只有一條我沒有解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防的代價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1 機器講錯但講得很順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輸出可讀描述 + 標出引用的證據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錯的描述一樣通順,比錯數字難察覺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人推翻機器判定的比例不降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2 髒標註會一路傳下去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黃金題 + 抽樣雙人複核 + 快照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雙人複核成本近倍增,靠抽樣控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交通標誌根因佔比偏離 83%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人看到答案就不再自己想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不顯示會拖慢複核,衝到時效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盲測組與對照組差異超過容忍值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駕駛本人不能申訴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申訴管道到位前,產出不供個人考核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限制用途會降低客戶採用意願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駕駛申訴無處可收,件數恆為零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轉型說明 + 判準手冊一起編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一起編會拉長判準定案的時間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三個檢查點分段給錢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分段給錢讓長週期的工作難排人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檢查點的單位成本改善低於門檻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7 高階不參與就會擱置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指定贊助人,他出席才放行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檢查點增加會議與治理成本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連續兩次檢查點沒有高階出席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曾判為誤報的紀錄,法律上算什麼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法務書面意見在第 6 週前到位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目前沒有可執行的緩解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客戶回頭標記時援引我方誤報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 8 條我沒有答案 —— 由法務在第 6 週前給書面意見;其餘七條都寫明了怎麼知道它發生了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這個方案的倫理代價 —— 我逐條對過八原則,沒有一條是綠燈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倫理八原則(2019)。人仍逐筆判,所以多數持平或改善;但有兩條會變差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八條原則,逐條對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對人與社會的好處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同樣人力,量一直長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3 公平性:誰的案子先被看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4 隱私:影像調閱與紀錄保存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現行調閱範圍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擴大調閱與保存 → 🔴 變差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可靠性:該報沒報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透明:客戶知不知道是機器整理的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不適用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揭露到哪一層還沒定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可申訴:駕駛本人能不能質疑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不能,只有車隊主管能標記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還是不能 → 🔴 仍不及格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人仍簽名,但機器的建議誰負責未定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兩條要盯:隱私會變差(調閱範圍擴大),可申訴性從頭到尾不及格 —— 駕駛本人不能質疑判定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上面八條是效益;下面三條任一沒過,上面的成績一律不算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六件事裡只有一件是 AI —— 前面三件是在把 AI 要吃的東西準備好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