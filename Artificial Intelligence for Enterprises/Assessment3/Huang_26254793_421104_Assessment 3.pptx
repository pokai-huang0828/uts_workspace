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目標 58 秒 · 累計 1:49</a:t>
            </a:r>
          </a:p>
          <a:p/>
          <a:p>
            <a:r>
              <a:t>★ 這道人工防線有兩種單價,差十六倍 —— 差別不在人,在證據在不在畫面裡。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一筆 20 秒 / 一筆 5.25 分 / 差約 16 倍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頁寫的是仍須增聘 6–7 人。這一頁的主張是**同樣人力、更高產出**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254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判對了;還是畫面本身造成的真誤報。營運端從處理紀錄看大約是二比八,但那是取整的概估 ——系統有欄位,沒有人匯總過,第六週交。在打開來看之前,這兩種長得一模一樣 —— 同樣是人工,單價卻差十六倍。所以我提的是一套地端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目標 72 秒 · 累計 3:02</a:t>
            </a:r>
          </a:p>
          <a:p/>
          <a:p>
            <a:r>
              <a:t>★ 工作量沒變多,是客戶要的時效變了 —— 而慢的那兩段是同一個原因:模型看不到畫面外的東西。</a:t>
            </a:r>
          </a:p>
          <a:p/>
          <a:p>
            <a:r>
              <a:t>· 利用率:平均還好,尖峰這五個人已經不夠</a:t>
            </a:r>
          </a:p>
          <a:p>
            <a:r>
              <a:t>· 一件爭議的五段拆解,撈數據 + 判讀才是模型幫得上的</a:t>
            </a:r>
          </a:p>
          <a:p>
            <a:r>
              <a:t>· 這是營運端估計不是量測,W6 交正式拆解,不成立就轉排班</a:t>
            </a:r>
          </a:p>
          <a:p/>
          <a:p>
            <a:r>
              <a:t># 74%–107% · 折算 3.7–5.4 人 · 現有 5 人</a:t>
            </a:r>
          </a:p>
          <a:p>
            <a:r>
              <a:t># 2.5–5.5 天 · AI 可處理段佔 43%–78%</a:t>
            </a:r>
          </a:p>
          <a:p/>
          <a:p>
            <a:r>
              <a:t>⚠️ 分母是 2.5–5.5 天,🚫 不是 2–5 天</a:t>
            </a:r>
          </a:p>
          <a:p/>
          <a:p>
            <a:r>
              <a:t>✂️ 若排練超過 9:40,這一頁砍最後四句(20 秒限定的重複 + 五萬台 / 三個分母 / 成長階梯)= 省 26 秒。第 2 頁已經講過 20 秒的限定,這裡是重複。</a:t>
            </a:r>
          </a:p>
          <a:p/>
          <a:p>
            <a:r>
              <a:t>→ 換下一頁</a:t>
            </a:r>
          </a:p>
          <a:p/>
          <a:p>
            <a:r>
              <a:t>── 逐字備援 · 317 字(忘詞才看,不是拿來唸的)──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/>
          <a:p>
            <a:r>
              <a:t>── 備查(不唸,答辯用)──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目標 52 秒 · 累計 3:54</a:t>
            </a:r>
          </a:p>
          <a:p/>
          <a:p>
            <a:r>
              <a:t>★ 一百二十四筆誤報,一百零三筆是同一個根因 —— 八成三都是交通標誌辨識。</a:t>
            </a:r>
          </a:p>
          <a:p/>
          <a:p>
            <a:r>
              <a:t>· 行車輔助錯的是模型(缺脈絡),駕駛監控錯的是人(缺判準)</a:t>
            </a:r>
          </a:p>
          <a:p>
            <a:r>
              <a:t>· 兩個比例共用同一把尺,而尺的一致性從來沒量過</a:t>
            </a:r>
          </a:p>
          <a:p>
            <a:r>
              <a:t>· 修好它,誤報跟漏放一起改善</a:t>
            </a:r>
          </a:p>
          <a:p/>
          <a:p>
            <a:r>
              <a:t># 4 台車 · 23 天 · 1,647 筆</a:t>
            </a:r>
          </a:p>
          <a:p>
            <a:r>
              <a:t># 103 / 124 = 83%</a:t>
            </a:r>
          </a:p>
          <a:p>
            <a:r>
              <a:t># 5 人 × 3.6 個分析日 × 8 小時 = 144 人時 ÷ 1,647 筆 = 5.25 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5.25 分是「單一批次的實際節奏,不是長期平均」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/>
          <a:p>
            <a:r>
              <a:t>── 備查(不唸,答辯用)──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目標 59 秒 · 累計 4:53</a:t>
            </a:r>
          </a:p>
          <a:p/>
          <a:p>
            <a:r>
              <a:t>★ 我們有資料,沒有習慣 —— 被判否決的那一流,沒有人回看。</a:t>
            </a:r>
          </a:p>
          <a:p/>
          <a:p>
            <a:r>
              <a:t>· 唯一的漏放量測是一份很薄的人工觸發測試</a:t>
            </a:r>
          </a:p>
          <a:p>
            <a:r>
              <a:t>· 報告上公司自己註明:那是下限</a:t>
            </a:r>
          </a:p>
          <a:p>
            <a:r>
              <a:t>· 誤報只花我們的人時,漏放是駕駛沒收到那次警示</a:t>
            </a:r>
          </a:p>
          <a:p/>
          <a:p>
            <a:r>
              <a:t># 39 筆測試 · 漏偵 12 筆 · 另 10 筆無法歸類(約 1/4)</a:t>
            </a:r>
          </a:p>
          <a:p/>
          <a:p>
            <a:r>
              <a:t>⚠️ 說「最強的線索,不是結論」—— W1–6 做成帶 95% 信賴區間的估計,不成立就換靶心</a:t>
            </a:r>
          </a:p>
          <a:p>
            <a:r>
              <a:t>⚠️ 🚫 83% 是第 4 頁的事,不要跟這一頁的漏放混講</a:t>
            </a:r>
          </a:p>
          <a:p/>
          <a:p>
            <a:r>
              <a:t>→ 換下一頁</a:t>
            </a:r>
          </a:p>
          <a:p/>
          <a:p>
            <a:r>
              <a:t>── 逐字備援 · 259 字(忘詞才看,不是拿來唸的)──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/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目標 44 秒 · 累計 5:37</a:t>
            </a:r>
          </a:p>
          <a:p/>
          <a:p>
            <a:r>
              <a:t>★ 這六個月,它一筆都不對外生效。</a:t>
            </a:r>
          </a:p>
          <a:p/>
          <a:p>
            <a:r>
              <a:t>· 五條路裡三條不用 AI —— 加人、調班、既有雲端規劃,我都沒有先否決</a:t>
            </a:r>
          </a:p>
          <a:p>
            <a:r>
              <a:t>· 採用案是地端視覺語言模型;前兩包是它的必要前置</a:t>
            </a:r>
          </a:p>
          <a:p>
            <a:r>
              <a:t>· 影子模式:機器照出結論但不對外送,人照常判,兩邊比對</a:t>
            </a:r>
          </a:p>
          <a:p/>
          <a:p>
            <a:r>
              <a:t># 85% 是分流率(推估非實測) · 六個月對外覆蓋率 0%</a:t>
            </a:r>
          </a:p>
          <a:p/>
          <a:p>
            <a:r>
              <a:t>⚠️ 三層一層都不可省:能力層 850 筆終局判定 / 本案層 對外 0% / 放行層 須過另一道獨立門</a:t>
            </a:r>
          </a:p>
          <a:p>
            <a:r>
              <a:t>⚠️ 🚫 不可說「AI 不做判定」—— 正確講法是「AI 會做結案判定,但這六個月不對外生效」</a:t>
            </a:r>
          </a:p>
          <a:p>
            <a:r>
              <a:t>⚠️ 🚫 85% 是分流率,不是準確率,不可與誤報率並排相減</a:t>
            </a:r>
          </a:p>
          <a:p/>
          <a:p>
            <a:r>
              <a:t>→ 換下一頁</a:t>
            </a:r>
          </a:p>
          <a:p/>
          <a:p>
            <a:r>
              <a:t>── 逐字備援 · 195 字(忘詞才看,不是拿來唸的)──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/>
          <a:p>
            <a:r>
              <a:t>── 備查(不唸,答辯用)──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目標 51 秒 · 累計 6:28</a:t>
            </a:r>
          </a:p>
          <a:p/>
          <a:p>
            <a:r>
              <a:t>★ 每一條風險我都附了偵測訊號 —— 你不會在事後才知道它發生了。</a:t>
            </a:r>
          </a:p>
          <a:p/>
          <a:p>
            <a:r>
              <a:t>· 七類十條,兩條是這個方案自己造成的 —— 我沒有藏,自己標出來</a:t>
            </a:r>
          </a:p>
          <a:p>
            <a:r>
              <a:t>· 自動化偏差:介面一顯示模型信心,人就直接蓋章 → 我的決策是不顯示</a:t>
            </a:r>
          </a:p>
          <a:p>
            <a:r>
              <a:t>· 但那個緩解只擋得住人還在看的那些 —— 移交後那八成五沒有介面也沒有人,所以我另外加了 R9、R10 兩條,掛在自動結案那道門上</a:t>
            </a:r>
          </a:p>
          <a:p/>
          <a:p>
            <a:r>
              <a:t># 七類十條 · R9 自動結案的漏放 · R10 自動結案的冤枉</a:t>
            </a:r>
          </a:p>
          <a:p/>
          <a:p>
            <a:r>
              <a:t>⚠️ R8 法律面我沒有答案 —— 由法務在 G1(第 6 週)前給書面意見</a:t>
            </a:r>
          </a:p>
          <a:p>
            <a:r>
              <a:t>⚠️ 每一條沒有答案的事,都要當場交代誰在第幾週給</a:t>
            </a:r>
          </a:p>
          <a:p/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· 唸完法務那句後,畫面停在 R8 紅圈上靜止 2 秒</a:t>
            </a:r>
          </a:p>
          <a:p/>
          <a:p>
            <a:r>
              <a:t>→ 換下一頁</a:t>
            </a:r>
          </a:p>
          <a:p/>
          <a:p>
            <a:r>
              <a:t>── 逐字備援 · 223 字(忘詞才看,不是拿來唸的)──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目標 50 秒 · 累計 7:17</a:t>
            </a:r>
          </a:p>
          <a:p/>
          <a:p>
            <a:r>
              <a:t>★ 這一頁就是我要求六個月不對外生效的理由 —— 那 850 筆沒有人看,所以要先量得出它錯多少。</a:t>
            </a:r>
          </a:p>
          <a:p/>
          <a:p>
            <a:r>
              <a:t>· 同一張表兩欄:專案期一種顏色,移交後另一種 —— 今天要批的是左邊那欄</a:t>
            </a:r>
          </a:p>
          <a:p>
            <a:r>
              <a:t>· 第 7 條可申訴性 —— 我把它升為部署否決條件</a:t>
            </a:r>
          </a:p>
          <a:p>
            <a:r>
              <a:t>· 第 8 條問責性:那 850 筆裡某一筆判錯,沒有人簽過名</a:t>
            </a:r>
          </a:p>
          <a:p/>
          <a:p>
            <a:r>
              <a:t># 專案期 綠 0 琥珀 7 紅 1 → 移交後 綠 0 琥珀 1 紅 7</a:t>
            </a:r>
          </a:p>
          <a:p/>
          <a:p>
            <a:r>
              <a:t>⚠️ 「沒有人簽過名」是**承認洞**,🚫 不要臨場補一個人上去</a:t>
            </a:r>
          </a:p>
          <a:p>
            <a:r>
              <a:t>⚠️ 第 4 條隱私是唯一不因自動結案惡化的一條 —— 刻意不標紅,不是漏標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219 字(忘詞才看,不是拿來唸的)──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目標 46 秒 · 累計 8:03</a:t>
            </a:r>
          </a:p>
          <a:p/>
          <a:p>
            <a:r>
              <a:t>★ 上面兩層是你買到的東西,下面四條是你隨時喊停的權力 —— 而煞車是我自己裝的。</a:t>
            </a:r>
          </a:p>
          <a:p/>
          <a:p>
            <a:r>
              <a:t>· 效益層:爭議回覆時效、可避免的年度增聘、兩條工作流的單位工時</a:t>
            </a:r>
          </a:p>
          <a:p>
            <a:r>
              <a:t>· 護欄層任一未達標,上面兩層的成績一律不採計</a:t>
            </a:r>
          </a:p>
          <a:p>
            <a:r>
              <a:t>· 訂不出目標值的,寫明由哪一道門訂</a:t>
            </a:r>
          </a:p>
          <a:p/>
          <a:p>
            <a:r>
              <a:t># ⑩ 漏放率 W6 交 95% CI · ⑬ 漏濾率 W12 交差值 95% CI</a:t>
            </a:r>
          </a:p>
          <a:p>
            <a:r>
              <a:t># δ 由委員會在 G1 事前預註冊 —— 判準寫在跑實驗之前</a:t>
            </a:r>
          </a:p>
          <a:p/>
          <a:p>
            <a:r>
              <a:t>⚠️ ⑬ 的母體是那 850 筆(有把握桶),🚫 不是剩下的 150 筆</a:t>
            </a:r>
          </a:p>
          <a:p/>
          <a:p>
            <a:r>
              <a:t>→ 換下一頁</a:t>
            </a:r>
          </a:p>
          <a:p/>
          <a:p>
            <a:r>
              <a:t>── 逐字備援 · 201 字(忘詞才看,不是拿來唸的)──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目標 47 秒 · 累計 8:50</a:t>
            </a:r>
          </a:p>
          <a:p/>
          <a:p>
            <a:r>
              <a:t>★ 六個月分三段付,每一段都有明確的喊停條件 —— 你不必一次押六個月。</a:t>
            </a:r>
          </a:p>
          <a:p/>
          <a:p>
            <a:r>
              <a:t>· 六包只有一包是 AI,而且排在最後:評估集 → 標註 → 特徵 → 地端 VLM</a:t>
            </a:r>
          </a:p>
          <a:p>
            <a:r>
              <a:t>· 三道門各自寫明什麼條件下停,不是寫什麼條件下過</a:t>
            </a:r>
          </a:p>
          <a:p>
            <a:r>
              <a:t>· G2 四臂同場比,第四臂是影子模式</a:t>
            </a:r>
          </a:p>
          <a:p/>
          <a:p>
            <a:r>
              <a:t># G1 第 6 週 · G2 第 12 週 · G3 第 24 週</a:t>
            </a:r>
          </a:p>
          <a:p/>
          <a:p>
            <a:r>
              <a:t>⚠️ 前三臂全部含人,而要部署的是無人系統 —— 這就是為什麼要有第四臂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/>
          <a:p>
            <a:r>
              <a:t>── 備查(不唸,答辯用)──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誤報下降量測。排第五週,是因為沒有前六週基準線就證不出它有效'}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目標 64 秒 · 累計 9:54</a:t>
            </a:r>
          </a:p>
          <a:p/>
          <a:p>
            <a:r>
              <a:t>★ 我請求核准第一段:四點八五人月、量級四十二到四十七萬,並指定一位贊助人。</a:t>
            </a:r>
          </a:p>
          <a:p/>
          <a:p>
            <a:r>
              <a:t>· 成本主體是人,不是設備</a:t>
            </a:r>
          </a:p>
          <a:p>
            <a:r>
              <a:t>· 稽核稅:自動化不是免費的 —— 毛節省要先扣掉盲測稽核</a:t>
            </a:r>
          </a:p>
          <a:p>
            <a:r>
              <a:t>· 我要的不只是一筆錢,是一個贊助人跟三道門</a:t>
            </a:r>
          </a:p>
          <a:p/>
          <a:p>
            <a:r>
              <a:t># 4.85 人月 · NT$42–47 萬(規劃,非核定預算)</a:t>
            </a:r>
          </a:p>
          <a:p>
            <a:r>
              <a:t># 毛 6.0–12.1 FTE → 稽核稅 0.39–3.14 FTE → 淨 2.9–11.7 FTE</a:t>
            </a:r>
          </a:p>
          <a:p/>
          <a:p>
            <a:r>
              <a:t>⚠️ 🔴 **最後一句講正面那三樣**(可稽核的錯誤率 · 脈絡判斷層 · 對照實驗結果)——🚫 不要停在「不做的代價」。全片的最後一個印象就是這一句</a:t>
            </a:r>
          </a:p>
          <a:p>
            <a:r>
              <a:t>⚠️ 🚫 520–1,521 萬是移交後的「可避免增聘」,不是本案承諾的節省額</a:t>
            </a:r>
          </a:p>
          <a:p>
            <a:r>
              <a:t>⚠️ 🚫 不得與設備價相減成 ROI</a:t>
            </a:r>
          </a:p>
          <a:p>
            <a:r>
              <a:t>⚠️ 在稽核稅、申訴重判與漂移調查三項齊備前,不宣稱任何節省額</a:t>
            </a:r>
          </a:p>
          <a:p/>
          <a:p>
            <a:r>
              <a:t>→ 換下一頁</a:t>
            </a:r>
          </a:p>
          <a:p/>
          <a:p>
            <a:r>
              <a:t>── 逐字備援 · 280 字(忘詞才看,不是拿來唸的)──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/>
          <a:p>
            <a:r>
              <a:t>── 備查(不唸,答辯用)──</a:t>
            </a:r>
          </a:p>
          <a:p>
            <a:r>
              <a:t>【rows】{'label': '人力(18.2 人月,六包 × 五種角色 + 專案負責人)', 'value': '約 NT$158–177 萬', 'note': '18.2 人月 × 月薪 NT$6.7–7.5 萬 × 間接費率 1.3。薪資量級、費率、匯率(1 A$≈NT$21)三項都是提案人設定的假設 —— 是量級,不是報價'}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 + 延保三年 2.4–6.0 + 維運監控與模型更新三年 31.2–70.2。維運人力佔 59%–62%。上界跳這麼大不是估算失準,是治理成本的形狀'}</a:t>
            </a:r>
          </a:p>
          <a:p>
            <a:r>
              <a:t>【rows】{'label': '可避免的年度增聘(移交後,不是六個月的交付)', 'value': '5–13 人 ≈ NT$520–1,521 萬/年', 'note': '不做本案覆蓋全客戶需 17–24 人(現有 5 人);做本案、移交後開到天花板仍需 11–12 人 —— 仍須增聘 6–7 人,不是不用增聘。公開薪資量級推算,非本案承諾的節省額'}</a:t>
            </a:r>
          </a:p>
          <a:p>
            <a:r>
              <a:t>【rows】{'label': '已辨識、尚未估價的五項非人力成本', 'value': '不編金額', 'note': '① 影片儲存 ② 雲端運算 ③ 圖資更新 ④ 測試環境 ⑤ AI 訓練資料蒐集。技術與數據負責人於 G1 前補齊量級。因這五項未估價,人力+設備只能稱「已估成本」'}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目標 5 秒 · 累計 9:59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兩段已自動化;停在第三關的人工複核,而這一段有兩種單價,差約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4005072"/>
            <a:ext cx="5300319" cy="1207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9311" y="4151376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9311" y="46451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285231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0644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77900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577900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5779008"/>
            <a:ext cx="4333323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217920"/>
            <a:ext cx="45720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6190488"/>
            <a:ext cx="211694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6190488"/>
            <a:ext cx="278791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4123" y="6190488"/>
            <a:ext cx="4333323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849624"/>
            <a:ext cx="10874959" cy="620652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49624"/>
            <a:ext cx="10509199" cy="6206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兩段慢,是同一個原因:模型看不到畫面外 —— 撈數據要人自己查速限 · 判讀只拿到一張圖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25724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598292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598292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74%–107%;折算 3.7–5.4 人,現有 5 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4123" y="4598292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451541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424109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424109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4123" y="5424109"/>
            <a:ext cx="4333323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621885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621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 4 台車 · 23 天 · 1,647 筆 = 一個小型車隊、一個月｜以下所有比例僅在此樣本內成立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505549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一致性從未量測｜不比誰準,只指錯的性質不同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標註品質包｜第 10 週建立基線，G2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74582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471839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471839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74123" y="4718397"/>
            <a:ext cx="4333323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57164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54421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54421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4123" y="5544214"/>
            <a:ext cx="433332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2852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462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114020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352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6077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607796"/>
            <a:ext cx="191947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97564" y="3607796"/>
            <a:ext cx="612603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139577"/>
            <a:ext cx="45720" cy="60007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4112145"/>
            <a:ext cx="2408822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4112145"/>
            <a:ext cx="1919478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97564" y="4112145"/>
            <a:ext cx="6126034" cy="691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離線遮蔽無資料·上傳頻率不一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感測器故障·標註錯·重複記錄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標註品質:判準手冊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複核者標籤不一致·從未量測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0｜加人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 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線性→17-24 人 推算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 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同一條成本曲線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0b｜調班 + 尖峰人力池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 略低 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 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G1｜不預先否決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1｜規則式脈絡融合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定位+地圖速限硬規則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下移一階 後仍線性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 可回退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樣本83%同根因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2｜地端視覺語言模型事件判讀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 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 之後次線性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可停:G1G2G3 對外0%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前三包=評估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3｜公司既有雲端判讀規劃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 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本案外 技術長辦公室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 非競爭關係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425696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425696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144 人時÷1,647 筆=5.25 分〔非長期均值〕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129.1-185.9÷8=16.14-23.24 → 17-24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兩假設未驗證:20 秒/筆 · 全客戶同案件組合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4256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4256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交:時間拆解 · 兩天逾時率 · 到件分布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出口 A:AI 段佔主延遲 → 放行 1/2｜B → 0b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43%-78% 為初估,非系統量測;判準不放寬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3675887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3803903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425696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425696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48097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能力層:約 850 筆機器結案=終局判定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本案層:六個月對外 0%,只跑影子模式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放行層:生效須過本案之外一道獨立門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25312"/>
            <a:ext cx="9658807" cy="585216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925312"/>
            <a:ext cx="9293047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 → 要不要人細看,不是是不是誤報;不可與誤報率相減 · 人判得多準沒量過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技術局限｜不可解釋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解釋：輸出可讀描述+引用證據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描述錯也通順，比錯分數難察覺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推翻比例不降；只看到人看過的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數據｜資料級聯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審計：黃金題+雙人複核+快照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複核成本近倍增，需抽樣控制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 樣本 83%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教育・介面：不顯示信心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不顯示信心拖慢複核 衝時效缺口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盲測組與對照組差異超容忍值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倫理｜駕駛無申訴管道 成功低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問責：申訴到位前不供個人考核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限制用途降低客戶端採用意願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駕駛申訴無處可收，件數恆為零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社會性｜抵觸角色改變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教育：轉型說明+判準手冊共編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參與式做法拉長判準定案時程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團隊留任率或黃金題參與率下滑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經濟｜期內回本難證 成功中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審計：三道決策門逐段釋出額度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分段釋出使長週期工作包難排人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組織管理｜缺高階支持 成功高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問責：指派贊助人+出席才放行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決策門增加治理負擔與會議成本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決策門連續兩次無高階出席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政治法律政策｜舉證 尚無緩解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問責：法務意見 G1（W6）前到位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目前沒有可執行緩解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回頭標記案件出現援引誤報爭議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倫理｜自動結案漏放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問責：六個月影子模式 對外 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抽樣稽核吃掉自動化省下的一部分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漏濾率：兩桶漏放率差值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倫理｜自動結案冤枉 本案造成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問責：申訴轉人工 禁同模型複判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轉人工量與時效回到人力瓶頸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申訴率與申訴翻案率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138928"/>
            <a:ext cx="9658807" cy="137160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138928"/>
            <a:ext cx="9293047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是這個方案自己造成的,放行門在移交後,不在這六個月。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人類、社會與環境福祉｜期內量增人力不變·移交後 850 筆無人覆核·推估非實測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以人為本的價值觀｜期內人仍逐筆判 · 移交後駕駛承受機器單方面決定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公平性｜期內排序仍依客戶購買量 · 移交後配給依據換成機器信心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隱私保護與安全｜擴大影像調閱與判定紀錄保存 · 唯一不因自動結案惡化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可靠性與安全性｜漏放率目前不存在 · 僅 39 筆人工觸發測試〔自註為下限〕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透明性與解釋性｜對客戶揭露到哪一層未定 · 移交後客戶不知是機器判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可申訴性｜只有車隊安全主管能標記 · 駕駛本人不能提出質疑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未達成｜部署否決條件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問責性｜RACI 與三道決策門只管專案 · 850 筆裡某一筆判錯沒有人簽過名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553712"/>
            <a:ext cx="9658807" cy="19568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4553712"/>
            <a:ext cx="9293047" cy="1956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你買到的三層效益,和四條隨時喊停的權力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是效益,四道護欄一票否決;訂不出的目標值寫明由哪道門訂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這頁不是外掛的合規章節:護欄任一未達標,上兩層成績一律不採計;否決型是本案決定,非文獻主張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爭議回覆時效｜主價值指標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天｜估計非量測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天內｜提案目標 未簽協議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人工驗證客戶涵蓋率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配給制｜無紀錄 · W6 建立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 100% → 移交後約 15%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 17–24 人｜現有5人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省5–13人≈NT$520–1,521萬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兩條工作流每筆工時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批次20秒估·判讀5.25分單批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交正式量測｜G1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104/1,029≈10.1%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→7%以下(提案)｜人機軌W12判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5–10%｜駕駛無效警示代理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位研發｜非常態編制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期內建量測基準｜G2 訂目標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不存在｜39 筆·下限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點估計｜95% CI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G1｜技術負責人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前基線｜目標 G2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否決G2·複核營運主管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不存在｜機制尚未建立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差值 95% CI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否決對外｜技術負責人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六個月分三段付,每一段都可以喊停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六包只有一包是 AI —— 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0175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5854" y="1755648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CI)· 冷凍評估集 · 兩條工作流單位工時基準 · 每案結案方向黃金答案標籤 · 時間拆解與到件分布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67712"/>
            <a:ext cx="45720" cy="30175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40280"/>
            <a:ext cx="240882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40280"/>
            <a:ext cx="977767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55854" y="2240280"/>
            <a:ext cx="7067745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地端 VLM,篩檢與深挖由同一台設備分時;選型與量化規格於 G1 依 W1–6 量測定案(概念層次)。W8–12 離線試驗 → W12–24 只跑影子模式:機器出結論不對外送,人照常判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停:證據工作非主延遲 → 轉排班+尖峰人力池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停:評估底座未產出 → 剩餘工作全數不續行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51129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51129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兩軌:工具品質軌 · 結案判定軌;停不掉實驗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只能改規模;對外自動結案不由 G2/G3 決定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761488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288950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51129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51129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3895344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停:對照重訓證不出增量 → 模型端不部署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就算證不出,評估與標註品質流程仍留下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5010912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 ·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現況基線｜沒它三臂無從比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不含模型誤報降幅｜對照基線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 · 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觸碰時間/P90 回覆/判定品質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機器結案不對外送｜人逐筆判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自動結案漏放率｜唯一算得出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845" y="1755648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市場採購量級,非核定採購價;本頁唯一不由算式推得的金額。選型於 G1 依 W1–6 定案。設備 = 初階工程師年成本(104–117 萬)的 14%–19%,硬體佔已估成本 8%–12%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16618"/>
            <a:ext cx="45720" cy="75065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89186"/>
            <a:ext cx="2408822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89186"/>
            <a:ext cx="3152759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845" y="2689186"/>
            <a:ext cx="4892753" cy="8420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毛節省 48.3–96.7 人時/天 = 6.0–12.1 FTE;但自動結案須抽樣盲測稽核(±1% 需 753 筆/月 = 0.39 FTE;分層 8 類 6,024 筆 = 3.14 FTE)→ 淨 2.9–11.7 FTE。推估非實測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409108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409108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NT$42–47 萬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〔規劃非核定預算〕G1 決定續行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409108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409108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請委員會指定項目贊助人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 前確認與既有雲端規劃的邊界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659300"/>
            <a:ext cx="352745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87316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六個月之後你手上多三樣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40910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40910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93156"/>
            <a:ext cx="3307994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六個月後你手上多三樣:可稽核錯誤率 ·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不做:客戶續等 · 小客戶無人看過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908724"/>
            <a:ext cx="9658807" cy="601803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908724"/>
            <a:ext cx="9293047" cy="6018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放行條件:擴編暴露非承諾節省 · 須 G2 證明可避免/延後 + 業務確認容量轉換才放行後續預算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