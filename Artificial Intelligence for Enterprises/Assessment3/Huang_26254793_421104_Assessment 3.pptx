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62 秒 · 累計 4:05</a:t>
            </a:r>
          </a:p>
          <a:p/>
          <a:p>
            <a:r>
              <a:t>★ 每台車每工作日 17.9 筆 —— 五個人吃得下 5–7 個小車隊,但一個大型車隊就滿了。</a:t>
            </a:r>
          </a:p>
          <a:p/>
          <a:p>
            <a:r>
              <a:t>· 兩種病要兩種修法:行車輔助缺脈絡(WP-C)、駕駛監控缺判準(WP-B)——這就是為什麼標註跟脈絡排在 AI 前面</a:t>
            </a:r>
          </a:p>
          <a:p>
            <a:r>
              <a:t>· 同比例放大:4 台 1,647 筆 → 30 台 12,352 筆 → 168 台 69,174 筆(月,23 工作天)</a:t>
            </a:r>
          </a:p>
          <a:p>
            <a:r>
              <a:t>· 誤報 124 筆裡 103 筆同一個根因;修它要的速限資料是公司既有資產</a:t>
            </a:r>
          </a:p>
          <a:p/>
          <a:p>
            <a:r>
              <a:t># 每台車每工作日 17.9 筆(1,647 ÷ 23 ÷ 4)</a:t>
            </a:r>
          </a:p>
          <a:p>
            <a:r>
              <a:t># 人工佔產能 2%–3% → 13%–19% → 75%–108%</a:t>
            </a:r>
          </a:p>
          <a:p>
            <a:r>
              <a:t># 103 / 124 = 83%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168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他若問「168 台哪來的」:3,000 筆/天 ÷ 每車每工作日 17.9 筆</a:t>
            </a:r>
          </a:p>
          <a:p/>
          <a:p>
            <a:r>
              <a:t>→ 換下一頁</a:t>
            </a:r>
          </a:p>
          <a:p/>
          <a:p>
            <a:r>
              <a:t>── 逐字備援 · 275 字(忘詞才看,不是拿來唸的)──</a:t>
            </a:r>
          </a:p>
          <a:p>
            <a:r>
              <a:t>那我們的時間到底花在哪裡?我把最近一份判讀拆開來看 ——四台車、二十三個工作天、一千六百四十七筆,一個小型車隊一個月;以下所有比例僅在這個樣本內成立。上面這張表是兩種病:行車輔助錯的是模型,缺的是脈絡;駕駛監控錯的是人,缺的是判準 —— 兩種病要兩種修法,所以標註跟脈絡是兩個不同的工作包,而且都排在 AI 前面。下面這張是同比例放大:每台車每個工作日大約十七點九筆。各位看最後一列,人工佔產能從百分之二三,到百分之十三到十九,再到一個大型車隊的百分之七十五到一百零八 ——五個人吃得下五到七個小車隊,但一個大型車隊就滿了。而這一百二十四筆誤報裡,一百零三筆是同一個根因:交通標誌辨識,八成三。修它要的速限資料,公司手上就有。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5:11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6:10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6:54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7:45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8:35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9:21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10:08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11:12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11:16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誤報的八成三回到同一個根因 —— 修它要的速限資料我們手上就有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樣本:4 台車 · 23 個工作天 · 1,647 筆;以下比例僅在此樣本內成立,W1–6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兩種病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缺什麼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判準:同一段影片,兩人不同標籤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675887"/>
          <a:ext cx="10874958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899989"/>
                <a:gridCol w="2899989"/>
                <a:gridCol w="2899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同比例放大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4 台(樣本)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30 台(小車隊)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168 台(大型車隊)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月事件(23 工作天)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1,647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12,352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69,174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72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537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3,008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月誤報 · 同根因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124 · 103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930 · 772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5,208 · 4,326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人工佔產能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2%–3%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13%–19%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75%–108%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303520"/>
            <a:ext cx="9658807" cy="120700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303520"/>
            <a:ext cx="9293047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每台車每工作日 17.9 筆 —— 五個人吃得下 5–7 個 30 台的車隊,但一個大型車隊就滿了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