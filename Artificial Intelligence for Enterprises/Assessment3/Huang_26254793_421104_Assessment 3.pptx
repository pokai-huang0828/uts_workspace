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七條做到才算成功;兩條沒過全部不算】　目標 74 秒 · 累計 10:31</a:t>
            </a:r>
          </a:p>
          <a:p/>
          <a:p>
            <a:r>
              <a:t>★ 第 6 週交三樣、第 12 週一樣、第 16 週三樣 —— 而下面兩條沒過,上面全部不算。</a:t>
            </a:r>
          </a:p>
          <a:p/>
          <a:p>
            <a:r>
              <a:t>· 效益七條**依交件週次排**:第 6 週三樣、第 12 週一樣、第 16 週三樣</a:t>
            </a:r>
          </a:p>
          <a:p>
            <a:r>
              <a:t>· 下面兩條任一沒過,上面七條的成績一律不算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 ①–⑦ + 喊停 ⑧⑨⑩,一路連號</a:t>
            </a:r>
          </a:p>
          <a:p/>
          <a:p>
            <a:r>
              <a:t># 兩條喊停:兩個人判同一段影片答案一不一樣 · 機器的描述會不會讓人判得更差</a:t>
            </a:r>
          </a:p>
          <a:p>
            <a:r>
              <a:t># 🔴 第 16 週是**交件**,不是喊停點 —— 喊停點在第 6、12、24 週(第 10 頁)</a:t>
            </a:r>
          </a:p>
          <a:p/>
          <a:p>
            <a:r>
              <a:t>⚠️ 🚫 不要說「保證」——上面那七條有一半今天還沒有基線,講的是「第幾週交」</a:t>
            </a:r>
          </a:p>
          <a:p>
            <a:r>
              <a:t>⚠️ 🔑 被問資料治理:事件都有來源標記,**包括訓練用的** —— 那是既有能力,不是這個案子要建的。所以它不在喊停條件裡(講得出來,但不掛在片上當功勞)</a:t>
            </a:r>
          </a:p>
          <a:p>
            <a:r>
              <a:t>⚠️ 🔴 他若說「判斷的人就是寫演算法的,怎麼會被機器帶偏」:回答「複核的人確實知道機器會在哪裡出錯,但另外四位分析人員不是寫演算法的,所以我還是要量」。🚫 不可講成「不需要檢查」——在安全對齊的角度,寫演算法的人自己審自己的輸出是**缺少獨立檢查**,不是保證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>
            <a:r>
              <a:t>⚠️ 🚫 「每天要處理幾筆」已從這張表移出 —— 那是工作量現況不是目標,第 2、5 頁已經講過。他若問規模,指第 2 頁</a:t>
            </a:r>
          </a:p>
          <a:p/>
          <a:p>
            <a:r>
              <a:t>→ 換下一頁</a:t>
            </a:r>
          </a:p>
          <a:p/>
          <a:p>
            <a:r>
              <a:t>── 逐字備援 · 324 字(忘詞才看,不是拿來唸的)──</a:t>
            </a:r>
          </a:p>
          <a:p>
            <a:r>
              <a:t>怎麼算做成了。上面七條是效益,我按**第幾週交**排;下面兩條是喊停條件。第六週交三樣:每一筆現在到底花多少人力、有多少客戶的案子被人看過、還有尖峰徵調研發的人時 —— 這三樣今天都沒有紀錄,那正是第一段要建的。第十二週交一樣:行車輔助的誤報率,目標降到百分之七以下。第十六週交三樣:爭議回覆做到兩天內,這是我提的目標、不是已經簽的協議;做了以後能少請幾個人;還有客戶回頭爭議的比例,降到百分之五以下。請注意第十六週是**交件**,不是喊停點 —— 喊停點在第六、十二、二十四週,下一頁講。下面兩條請各位特別看。第一,同一段影片給兩個人判,答案一不一樣,這件事公司從來沒量過;沒過,那批答案就不能拿去訓練。第二,機器寫的說明會不會反而讓人判得更差 —— 這條我用盲測驗,有機器幫忙的那一組如果判得比沒有的那組差,就不放行。這兩條任一沒過,上面七條的成績一律不算。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沒人說他在應付法規,拿掉那半句前半才有力。🔴 Kenny:「後面在第幾週訂,要不要分開然後依照第幾週來排序?」—— 要,而且價值很高:拆出「第幾週交」欄並依週排序後,這張表從一份 KPI 清單變成**交件時程表**,委員一眼看到「第 6 週拿到三樣、第 12 週一樣、第 16 週三樣」,直接對上第 10 頁那三個喊停點。🔴 但排序有前提:原本八條裡有兩條沒有週次。①「每天要處理幾筆」(3,000 → 全客戶 13,000+)**根本不是目標**,是工作量現況,而且第 2、5 頁已經講過兩次 —— 移出這張表。②「客戶回頭爭議的比例」是誤報率下降的下游效果,證據包第 8–16 週做完,補第 16 週。結果:效益七條,排成 6/6/6/12/16/16/16;喊停三條跟著挪成 ⑧⑨⑩。🔴 副標必須點明「第 16 週是交件,不是喊停點」——KPI 的週次是 6/12/16,而第 10 頁的喊停點是 6/12/24;排序後這個差異會很顯眼,不先講清楚,委員會以為第 16 週也能喊停。🔴 Kenny:「第二我們本來就有標記來源」「事件有來源標記,包括訓練用」——所以「訓練資料查不查得到來源」現況根本不是 0%,它是**既有能力**。把已經做到的事放在「喊停條件」裡,等於拿舊本事當新承諾 → 整條拿掉,喊停從三條變兩條。(答辯備註留了一句:被問資料治理時講「事件都有來源標記,包括訓練用的,那是既有能力,不是這個案子要建的」——講得出來,但不掛在片上當功勞。)🔴 Kenny 對第三條的質疑:「判斷的人就是寫算法的,怎麼會差?」——這一條**留著**,理由兩個:①它就是第 7 頁第 3 列(機器給了判定結果,人可能照抄)的偵測方式,拿掉那一列就變成「我知道有風險但不打算檢查」;②「寫演算法的人自己審自己演算法的輸出」在安全對齊領域是**缺少獨立檢查**的典型情況,而且複核有 5 個人,另外 4 位分析人員不是寫演算法的。他那句話改成**答辯用的防法**寫進備註,不寫上片。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11:24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12:20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12:25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六個月、三個喊停點的提案計畫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2:8〔概估,第 6 週匯總〕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由五段各自取端點求得。非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〔提案目標,未簽協議〕第 16 週後量測;一半靠證據包,一半靠誤報量下降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82232"/>
            <a:ext cx="9658807" cy="62829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82232"/>
            <a:ext cx="9293047" cy="6282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71457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7145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這七條做到了才算成功;下面兩條沒過,上面全部不算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第 6 週交三樣、第 12 週一樣、第 16 週三樣;第 16 週是交件,不是喊停點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94579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829460"/>
          <a:ext cx="10874957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喊停條件:兩條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你不必一次押六個月:第 6 週、第 12 週、第 24 週,各有一個出口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