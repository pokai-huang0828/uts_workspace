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57 秒 · 累計 6:21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天,一樣跟量走但便宜、隨時可停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🚫 不可貶低調班 —— 它的判斷留給第 6 週那個檢查點。要打它就用時效那一格:它只壓得到排隊那 0–1 天,壓不到撈數據跟判讀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253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量幾倍,人就要幾倍,覆蓋全客戶要十七到二十四個人,而且編制是常態支出,停不下來。第二條是調班加尖峰支援,把現在徵調的七位研發轉成正式編組。它便宜,而且隨時可以停、退回原班表 —— 但請看時效那一欄:它只壓得到排隊那零到一天。第三條才是本案:地端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7:26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8:09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8:57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9:50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10:46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10:51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79222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918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79222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167" y="5138928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3167" y="5138928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7569" y="5138928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7569" y="51389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