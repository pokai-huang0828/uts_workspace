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導入 AI 會出什麼事:八件,前三件是 AI 才有的】　目標 79 秒 · 累計 8:12</a:t>
            </a:r>
          </a:p>
          <a:p/>
          <a:p>
            <a:r>
              <a:t>★ 把握只有中的那三件,共同點是都不在我手上 —— 機器的措辭、主管轉不轉達、高階的行程。</a:t>
            </a:r>
          </a:p>
          <a:p/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1 件 · 經濟 1 件;倫理那件下一頁逐條對課程八原則</a:t>
            </a:r>
          </a:p>
          <a:p>
            <a:r>
              <a:t>· 🔑 最後一欄是「這個防法有多大把握」—— 高四件、中三件;而中的那三件共同點是**都不在我手上**</a:t>
            </a:r>
          </a:p>
          <a:p/>
          <a:p>
            <a:r>
              <a:t># 七件事 · 資料 2 · 組織 3 · 倫理 1 · 經濟 1 · 把握 高 4 / 中 3</a:t>
            </a:r>
          </a:p>
          <a:p/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🚫 不要再提「以前判成誤報的紀錄算不算證據」那一件 —— 已刪除。Kenny:那些紀錄是依據,也是我們優化的方向,我們本來就會記錄誤報客戶事件</a:t>
            </a:r>
          </a:p>
          <a:p>
            <a:r>
              <a:t>⚠️ 🔴 第 3 件不可講成「不會發生,因為最後是人審核」——機器給的是**判定結果**,人只是最後給結論;有現成結論可以照抄,那就是這條風險成立的條件。評分者研究的就是這個,講「有人審核」他一定追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348 字(忘詞才看,不是拿來唸的)──</a:t>
            </a:r>
          </a:p>
          <a:p>
            <a:r>
              <a:t>選了這條路,我先講它會出什麼事。七件事,我按四類分:資料兩件、組織三件、倫理一件、經濟一件。資料那兩件是 AI 才有的。第一,機器會判錯,但講得很順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校正,答對率掉下來就知道它漂了。組織那邊最要緊的一件是:機器給的是判定結果,人可能就照抄。我的決定是介面不顯示機器的信心分數 —— 但這個防法有代價,不顯示,複核會變慢,撞到兩天那個目標。這一格我也寫在表上。最後請各位看最右邊那一欄。把握只有中的有三件,而它們的共同點是**都不在我手上**:機器的措辭、主管願不願意幫駕駛轉達、還有高階主管的行程。我控制得了的,我寫高;控制不了的,我就寫中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感覺到的重複。🔴 2026-08-16 Kenny 逐列更正:①第 1 列的防法改成他實際的做法 —— **用白話寫分析結果並標出用到的數據**,複核時對一下那些數據,幻覺一眼看得出;因為是**每一筆複核都會對到**(不是抽樣),把握從中升到高。②第 2 列改成**定期跑一組答案確定的事件給 AI 校正**。③第 8 列(以前判成誤報的紀錄算不算證據)**整列刪掉** —— Kenny:那些紀錄是依據,也是我們優化的方向,我們本來就會記錄誤報客戶事件。八件變七件。④第 3 列 Kenny 先說「不會,因為最後是人為審核」,但追問後他自己講明**機器給的是判定結果,人最後給出結論** —— 那就是自動化偏誤成立的條件,所以這一列留著,列名改成「機器給了判定結果,人可能照抄」把風險講白。🔴 刪掉第 8 列後,這頁不再有「我沒有答案」的那一件。底線改用另一個誠實點:把握只有「中」的三件,共同點是**都不在提案人手上**(機器的措辭、主管願不願意轉達、高階的行程)。那比一句「有一件我沒解」更具體,也是「風險與成功可能性評估」這條門檻真正想看的東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9:17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10:04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10:58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11:54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11:59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按資料 / 倫理 / 經濟 / 組織四類分。倫理那一件,下一頁拿課程的八原則逐條檢查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122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011867"/>
                <a:gridCol w="2011867"/>
                <a:gridCol w="2011867"/>
                <a:gridCol w="201186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5957"/>
            <a:ext cx="9658807" cy="71457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5957"/>
            <a:ext cx="9293047" cy="7145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只有中把握的那三件,共同點是都不在我手上:機器的措辭、主管願不願意轉達、高階的行程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課程那八條倫理原則我逐條對過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倫理八原則(2019,課程單元六 6.3.4)。每一條都寫出「為什麼沒問題」的機制,不是空話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