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9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5:58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6:49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7:39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8:24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9:12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10:15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10:20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 + WP-E 地端 VLM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 + WP-E 地端 VLM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28853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26110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26110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26110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9288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76545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76545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76545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9723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26980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🚫 不在本案範圍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526980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漏報 —— 該報沒報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526980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發生在 Edge AI 端,沒有事件紀錄;只有客戶回報才知道,要靠前端重訓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906779"/>
            <a:ext cx="9658807" cy="60374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906779"/>
            <a:ext cx="9293047" cy="6037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可靠性與安全性｜漏報發生在 Edge AI 端,無紀錄;本案碰不到,只能靠前端重訓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你買到的三層效益,和三條隨時喊停的權力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是效益,三道護欄一票否決;訂不出的目標值寫明由哪道門訂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456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