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12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10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3:55</a:t>
            </a:r>
          </a:p>
          <a:p/>
          <a:p>
            <a:r>
              <a:t>★ 一百二十四筆誤報,一百零三筆是同一個根因 —— 而修它要的速限資料,公司手上已經有了。</a:t>
            </a:r>
          </a:p>
          <a:p/>
          <a:p>
            <a:r>
              <a:t>· 行車輔助錯的是模型(缺脈絡),駕駛監控錯的是人(缺判準)—— 兩種病,兩種修法</a:t>
            </a:r>
          </a:p>
          <a:p>
            <a:r>
              <a:t>· 兩個比例共用同一把尺,而尺的一致性從來沒量過</a:t>
            </a:r>
          </a:p>
          <a:p>
            <a:r>
              <a:t>· 解它要的東西是速限資料 —— 公司既有資產,不用等新技術也不用買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>
            <a:r>
              <a:t>⚠️ 🚫 不可把 83% 跟第 2 頁的 2:8 相乘 —— 不同樣本、都是估計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67 秒 · 累計 5:02</a:t>
            </a:r>
          </a:p>
          <a:p/>
          <a:p>
            <a:r>
              <a:t>★ 同一個車隊、同一天:人要 29.8–42.9 人時而產能只有 40,機器一台跑完只用掉三成。</a:t>
            </a:r>
          </a:p>
          <a:p/>
          <a:p>
            <a:r>
              <a:t>· 篩檢層 Qwen3.5 122B-A10B(4-bit,MoE 活化 10B):不讀小字,只決定要不要深看</a:t>
            </a:r>
          </a:p>
          <a:p>
            <a:r>
              <a:t>· 深挖層 Qwen2.5-VL 72B(8-bit):讀交通標誌,只跑爭議那 5–10%</a:t>
            </a:r>
          </a:p>
          <a:p>
            <a:r>
              <a:t>· 分兩層的理由:讀小字要高解析度,高解析度就慢 —— 全量用高解析度跑不完</a:t>
            </a:r>
          </a:p>
          <a:p/>
          <a:p>
            <a:r>
              <a:t># DGX Spark · 128 GB 統一記憶體 · 273 GB/s · A$7,100–8,900/台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一台合計 5.4–8.0 小時/天(佔用率 23%–33%)· 1 台一個車隊 / 2 台全客戶 / 3 台若篩檢要 720p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**設備採購在 G1 之後,不在第一段額度內**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/>
          <a:p>
            <a:r>
              <a:t>→ 換下一頁</a:t>
            </a:r>
          </a:p>
          <a:p/>
          <a:p>
            <a:r>
              <a:t>── 逐字備援 · 296 字(忘詞才看,不是拿來唸的)──</a:t>
            </a:r>
          </a:p>
          <a:p>
            <a:r>
              <a:t>那要用什麼跑?兩個開源的視覺語言模型,都在地端,影像不外傳。篩檢層是 MoE,一百二十二 B 只活化十 B,算得快;它不讀小字,只決定這筆要不要深看。深挖層讀得到交通標誌上的字,只跑客戶回頭爭議的那百分之五到十。分兩層的理由就在這:讀小字要高解析度,而高解析度就慢。設備是 DGX Spark,一百二十八 G 統一記憶體,一台約七千一到八千九澳幣;它的瓶頸不是算力,是記憶體頻寬 —— 那決定吐字的速度。兩個模型各佔約七十五 G,加起來超過一百二十八,所以分時載入。各位看最下面這一行:同一個車隊、同一天,人要二十九點八到四十二點九人時,而我們的產能只有四十;機器五點四到八小時,一台就跑完,佔用率不到三成。擴到全客戶一萬三千筆的時候一台就不夠了 —— 那時候串第二台,那是第一道門的決定。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P4 · 我們看不見的那一半:有資料,沒有習慣】　目標 59 秒 · 累計 6:01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P5 · 五條路,含三條不用 AI】　目標 44 秒 · 累計 6:45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P6 · 風險:七類十條,緩解位移與殘餘風險】　目標 51 秒 · 累計 7:36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P7 · 倫理與可申訴性:對照澳洲 AI 倫理八原則】　目標 50 秒 · 累計 8:26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P8 · 怎麼算成功:三層 KPI,一條回圈】　目標 46 秒 · 累計 9:11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P9 · 六個月 · 六個工作包 · 三道決策門】　目標 47 秒 · 累計 9:59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P10 · 資源、當責與請求】　目標 64 秒 · 累計 11:02</a:t>
            </a:r>
          </a:p>
          <a:p/>
          <a:p>
            <a:r>
              <a:t>★ 我請求核准第一段:四點八五人月、約一萬八千六到兩萬零八百澳幣,並指定一位贊助人。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A$18,600–20,800(規劃,非核定預算)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A$23–67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A$7.0–7.9 萬', 'note': '18.2 人月 × 月薪 A$2,970–3,320 × 間接費率 1.3。薪資量級、費率、匯率(1 A$=NT$22.6,2026-08)三項都是提案人設定的假設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A$2.2–5.2 萬(中案 3.2 萬)｜移交後(含稽核)約 A$7.7–53.9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A$23–67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13 頁 · 參考文獻(第 11 頁 — 不佔十頁額度)】　目標 5 秒 · 累計 11:07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593376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593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477040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17320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689888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689888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123" y="4689888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4313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1570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1570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4123" y="5515706"/>
            <a:ext cx="433332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兩層模型、一台設備分時跑 —— 同一個車隊,機器一天只用掉三成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· 128 GB 統一記憶體 · A$7,100–8,900/台;瓶頸不是算力,是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篩檢層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深挖層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這一層只做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為什麼分時載入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75 + 75 GB &gt; 128 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兩個模型不同時常駐,同一台設備輪流載入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要幾台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 台一個車隊 · 2 台全客戶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一個車隊 1 台 · 全客戶 2 台 · 720p 篩檢 3 台,G1 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31778"/>
            <a:ext cx="9658807" cy="678749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31778"/>
            <a:ext cx="9293047" cy="678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機器 5.4–8.0 小時,一台,佔用 23%–33%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省5–13人≈A$23–67 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A$18,600–20,800,並指定贊助人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1–2 台 · A$7,100–17,700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 台一個車隊 / 2 台全客戶;採購在 G1 之後,不在第一段額度內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75008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841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3152759" cy="841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259996"/>
            <a:ext cx="4892753" cy="841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815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617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96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96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201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815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617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96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96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201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815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617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96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96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201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7578"/>
            <a:ext cx="9658807" cy="60294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7578"/>
            <a:ext cx="9293047" cy="602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