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100 秒 · 累計 8:33</a:t>
            </a:r>
          </a:p>
          <a:p/>
          <a:p>
            <a:r>
              <a:t>★ 八件事按四類分,每一件都寫了怎麼防、代價是什麼、怎麼發現,以及**有多大把握**。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2 件 · 經濟 1 件;倫理那兩件下一頁逐條對課程八原則</a:t>
            </a:r>
          </a:p>
          <a:p>
            <a:r>
              <a:t>· 🔑 最後一欄是「這個防法有多大把握」—— 高的三件、中的四件、低的一件(第 8 件不在我手上)</a:t>
            </a:r>
          </a:p>
          <a:p/>
          <a:p>
            <a:r>
              <a:t># 八件事 · 只有第 8 件(以前判成誤報的紀錄算不算證據)現在沒有防法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件要說「我現在沒有防法,法務第 6 週前給書面意見」—— 承認比硬掰有力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438 字(忘詞才看,不是拿來唸的)──</a:t>
            </a:r>
          </a:p>
          <a:p>
            <a:r>
              <a:t>選了這條路,我先講它會出什麼事。八件事,前三件是 AI 才有的。第一,機器會講錯,但講得很順 —— 講錯的跟講對的一樣順,比一個錯的數字更難發現。所以我要求它寫的每一句都要標出證據在影片第幾秒,而且拿一組固定的考題去抽驗:它標的那一秒,影片裡到底有沒有那件事。第二,判準不一致的答案會餵進訓練,錯誤會沿著訓練一路放大。所以要用固定考題,抽一部分讓兩個人各判一次,每一版都存檔。第三,人看到機器給的答案就不自己想了。我的決定是:介面不顯示機器的信心分數。但這個防法有代價 —— 不顯示,複核會變慢,撞到兩天那個目標。這一格我也寫在表上。後面五件是任何專案都會遇到的:駕駛要反駁得靠主管轉達、複核人員的角色會變、六個月內證不出回本、高階不參與案子就會擱著,以及第八件 —— 以前判成誤報的紀錄,出事的時候算不算證據。第八件我現在沒有防法,由法務在第六週前給書面意見。這八件我按四類分:資料兩件、組織三件、倫理兩件、經濟一件;倫理那兩件,下一頁我拿課程的八原則逐條檢查。而每一件除了怎麼防、代價是什麼、怎麼發現,我還寫了最後一欄 ——這個防法我有多大把握。三件高、四件中、一件低,低的那件就是第八件,因為它不在我手上。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9:37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10:25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11:18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12:14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12:19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八件事,每一件都寫了怎麼防、怎麼發現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按資料 / 倫理 / 經濟 / 組織四類分。倫理那兩件,下一頁拿課程的八原則逐條檢查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619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292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機器會講錯,但講得很順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說明寫成人看得懂的,並標出證據在第幾秒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抽驗固定考題:它標的那一秒有沒有那件事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抽不到的會漏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292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判準不一致的答案會餵進訓練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用固定考題;抽一部分兩個人各判一次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兩個人判成本近乎加倍,只能靠抽樣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同一批考題重判,兩人答案不一樣變多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做法成熟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292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人看到機器的答案就不自己想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292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884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884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884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292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倫理｜8 以前判成誤報的紀錄,算不算證據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法務在第 6 週前給書面意見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現在沒有可執行的防法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客戶回頭拿我們判過的誤報當理由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低 · 不在我手上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45650"/>
            <a:ext cx="9658807" cy="664877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45650"/>
            <a:ext cx="9293047" cy="6648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件我現在沒有防法 —— 法務第 6 週前給書面意見;但八件我都寫了怎麼知道它發生了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課程那八條倫理原則我逐條對過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6.3.4)。每一條都寫出「為什麼沒問題」的機制,不是空話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