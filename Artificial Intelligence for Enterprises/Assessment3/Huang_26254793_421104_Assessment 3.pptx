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開場 · 這個提案在講什麼】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自動化停在第二關 —— 剩下的全由 5 個人逐筆看】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我要自動化的是**離開畫面找證據**那一段,不是機器替人做決定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頁寫的是「不做這件事,用現在的做法覆蓋全客戶要再請 12–19 人」,而「做了能少請幾個」第 16 週才算得出來。這一頁的主張是**同樣人力、更高產出**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【這一頁的作用】委員會裡不是每個人都懂這條產線,聽不懂就不會核准。這頁先用兩張卡把「已自動化 / 沒自動化」切成二元對比,並當場定義什麼是一個事件、什麼是一次爭議、那 5 個人具體在做什麼;再用「合計 29.8–42.9 人時對上產能 40 人時」把痛點釘死在「證據不在畫面裡」—— 那正是本案要建的能力的靶心。成因與解法印在同一頁,委員會才知道我們要買的不是產能,是把畫面外的脈絡讀進來的能力。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最花時間的兩段佔五成到八成八】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怎麼導入:爭議回覆自動化,第 8–16 週,所有案件都適用;人仍逐筆判,機器不做結案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⚠️ 內部覆核與回信各 0.25 天,是比營運端原口述(各 0.5 天)**收緊過**的值;收緊後合計 2.0–5.0 天、頭條 50%–87.5%(用 0.5/0.5 算是 43%–78%)。🚫 不可說「這下跟第 9 頁一致了」—— 第 9 頁那條自己也標著「估計,非量測」,兩者本來就同一個營運來源,**不算互相驗證**;正式量測前六週交</a:t>
            </a:r>
          </a:p>
          <a:p>
            <a:r>
              <a:t>⚠️ 🔑 他若問「87.5% 是不是機器接手判讀」:不是 —— 那是**可被壓縮的時間上限**,機器只壓縮查證據那部分,結論仍一筆一筆由人下;若完全不碰判讀、只算撈數據那 0.5 天,對應區間是 10%–25%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機器交的是證據包,判的還是人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沒有它,這只證明「有件事很花時間」。同一頁又自己標明證據等級(營運端估計,非量測)並給出反向出口(推翻就轉排班),把核准變成一個低風險決定。而「排隊只有 0–1 天」那一格先把「加人或排班就解得掉」的反問堵掉:真正的延遲落在模型碰得到的那兩段,不在隊列上。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AI 現在判錯的兩個原因】　目標 75 秒 · 累計 4:17</a:t>
            </a:r>
          </a:p>
          <a:p/>
          <a:p>
            <a:r>
              <a:t>★ 八成三的誤報錯在同一件事:答案不在畫面裡 —— 而那份資料公司手上就有。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🔴 漏報(該報沒報)這一列已從片上拿掉(第 8 頁第 5 列已經寫過,片上重複)。他若問「那漏報呢」:發生在 Edge AI 端、**沒有事件紀錄**,只有客戶回報才知道,本案碰不到,要靠前端重訓 —— 這一條第 8 頁第 5 列印著「本案碰不到 → 不變」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329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答案不在畫面裡。那面牌模型讀不到,可是速限資料公司手上就有。這就是下一頁那兩台要做的事:把畫面外的資料讀進來。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【這一頁的作用】這頁的任務只有一個:量出「畫面外」到底有多大,把第 3 頁的因果句變成一個數字。第 3 頁說慢是因為證據不在畫面裡;這頁把一個真實車隊一個月的誤報拆開,指出八成三錯在同一件事 —— 答案不在畫面裡(那面速限牌模型讀不到,而那份資料公司手上就有);第 5 頁才有資格說要買兩台把畫面外的資料讀進來。三頁是同一條因果鏈。🔴 這頁**不是**在主張重訓偵測模型 —— 那是另一個案子;說成「這就是新 AI 要針對訓練的」會讓整頁跟本案脫鉤(Kenny 2026-08-16 指出)。誤報也先拆成假判錯(客戶不懂判定邏輯、機器其實判對)與真判錯,因為只有後者才是模型要修的,而前者正是證據包要解的。母體與證據等級全部自己標出來:一個 30 台的小車隊、每月 23 個工作天、由 4 台車 1,647 筆同比例放大,而比例能不能代表 30 台第 1–6 週驗。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選型與部署:兩層模型、兩台設備】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三條路,同一個目標:5 天壓到 2 天】　目標 90 秒 · 累計 6:53</a:t>
            </a:r>
          </a:p>
          <a:p/>
          <a:p>
            <a:r>
              <a:t>★ 調班只壓得到排隊那 0–1 天,而慢的五到八成八在撈數據跟判讀 —— 那一段只有 AI 壓得到。</a:t>
            </a:r>
          </a:p>
          <a:p/>
          <a:p>
            <a:r>
              <a:t>· 三條路同一個目標:爭議回覆 5 天壓到 2 天</a:t>
            </a:r>
          </a:p>
          <a:p>
            <a:r>
              <a:t>· 加人:全段都快一點,但量幾倍人就幾倍(17–24 人),而且編制停不下來</a:t>
            </a:r>
          </a:p>
          <a:p>
            <a:r>
              <a:t>· 調班:只壓得到排隊那 0–1 天,而且是從研發挖人 —— 其他研發進度會往後推</a:t>
            </a:r>
          </a:p>
          <a:p>
            <a:r>
              <a:t>· 地端 AI:壓的是撈數據 + 判讀那 50–87.5%,前期投入一次,三個檢查點都能停</a:t>
            </a:r>
          </a:p>
          <a:p/>
          <a:p>
            <a:r>
              <a:t># 一筆爭議 5.25 分鐘 · 全客戶一天 13,000 筆 = 129.1–185.9 人時 ÷ 8 小時 = 17–24 人</a:t>
            </a:r>
          </a:p>
          <a:p>
            <a:r>
              <a:t># 🔴 現有 5 人一天只有 40 人時 —— 一天進來的量要 3–5 天才看得完</a:t>
            </a:r>
          </a:p>
          <a:p>
            <a:r>
              <a:t># 第 6 週要量的三件事:一筆分析確切多久 · 目前維護的車隊規模 · 今年的成長預估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🚫 這一頁不要再提規則式比對與公司既有雲端規劃 —— 兩者都不是選項。他若問「規則式呢」:那是我自己要做的對照組,在第 10 頁;他若問「跟現有雲端規劃重不重複」:還在研擬,第 6 週前釐清邊界(第 11 頁)</a:t>
            </a:r>
          </a:p>
          <a:p>
            <a:r>
              <a:t>⚠️ 🔴 第 6 週那一關量的是**會浮動的三件事**,不是「確認我們已經知道的瓶頸」——事件量本來就是浮動的,一個月的樣本推不出全年;而「量變大時成本怎麼長」那一整欄的論證,靠的就是「一筆多久」和「量長多快」。沒有這兩個數字,加人夠不夠、AI 值不值得,兩邊都只是在猜</a:t>
            </a:r>
          </a:p>
          <a:p>
            <a:r>
              <a:t>⚠️ 🔴 17–24 人那格片上只放得下算式,**兩個還沒驗的假設要用講的**:① 批次複核 20 秒/筆 ② 全客戶的案件組合跟這個樣本一樣。徽章已經寫了「推算,不是核定編制」,但被追問時要主動說出這兩條</a:t>
            </a:r>
          </a:p>
          <a:p>
            <a:r>
              <a:t>⚠️ 🔴 調班那一列**一定要把研發代價講出來**(Kenny 指定):那 7 位是從研發挖來的,轉成正式編組等於長期把研發人力綁在複核上,其他研發進度往後推 —— 這是它真正的成本,不是現金。🚫 但這是**陳述代價不是貶低它**,判斷仍留給第 6 週那個檢查點</a:t>
            </a:r>
          </a:p>
          <a:p>
            <a:r>
              <a:t>⚠️ 🔴 **不要替委員會下判決。**「拒絕」「採用」是有決定權的人才用的詞,提案人只給事實,連「我不建議」都不要說 —— 那一樣是在替他們下結論。三欄擺出來結論自己會浮出來;加評語只會讓這一頁從「比較」變成「推銷」</a:t>
            </a:r>
          </a:p>
          <a:p/>
          <a:p>
            <a:r>
              <a:t>→ 換下一頁</a:t>
            </a:r>
          </a:p>
          <a:p/>
          <a:p>
            <a:r>
              <a:t>── 逐字備援 · 394 字(忘詞才看,不是拿來唸的)──</a:t>
            </a:r>
          </a:p>
          <a:p>
            <a:r>
              <a:t>要把五天壓到兩天,路有三條,我都算過。加人最直覺,全段都會快一點,但成本跟量一起長 —— 量幾倍,人就要幾倍,覆蓋全客戶要十七到二十四個人,而且編制是常態支出,停不下來。換個講法各位會更有感:現在這五個人一天只有四十個人時,而全客戶一天進來的量要一百二十九到一百八十六個人時 ——**一天的量,現在要三到五天才看得完**,所以每過一天,積壓就多一天。第二條是調班加尖峰支援,把現在徵調的七位研發轉成正式編組。它便宜,而且隨時可以停、退回原班表。但它有兩件事要請各位一起看:第一,時效那一欄 —— 它只壓得到排隊那零到一天;第二,成本那一欄 —— 這七個人是從研發挖過來的,量越大挖越兇,我們其他的研發進度就往後推。那筆錢不是付現金,是付在進度上。第三條才是本案:地端 AI 事件判讀,讀懂事件脈絡、產出證據包。它壓的是撈數據跟判讀那五成到八成八,也就是真正慢的那一段;前期投入一次,之後量再長也不會等比長,而且三個檢查點都可以停。這三條我沒有替各位打分數 —— 差別就在這三欄:壓得到哪一段、量變大時會怎樣,以及能不能反悔。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【這一頁的作用】這頁要讓委員會相信一件事:這個 AI 提案是**被比較過的**,而且比較的標準跟他們要的東西同一把尺。三條路同一個目標(爭議回覆 5 天壓到 2 天),四個欄位並排:做什麼、能壓到哪一段時間、量變大時成本怎麼長、能不能反悔。🔴 表上**不放判決欄**。Kenny 2026-08-16:「你是主管嗎?你去幫我們決定拒絕幹嘛」「你為什麼要去多加這些話去引導」——他是對的:整份提案的立場是「喊停的權力在你們手上」,而一個 ❌ 拒絕就把那個權力收走了;「我不建議」也一樣是在替他們下結論。三欄事實擺出來,結論自己會浮出來 ——加人要 17–24 人而且停不下來,AI 前期投入一次、三個檢查點都能停。加了評語反而會把這一頁從「比較」變成「推銷」。🔑 時效那一欄是本頁的勝負手:第 3 頁自己寫「排隊只有 0–1 天,那是排班解得掉的唯一一段」,把那個數字搬過來,「為什麼不直接調班就好」這個最便宜的反問就被提案自己的數字答掉了。🔴 這頁不列規則式比對與公司既有雲端規劃:前者是本案自己的第 3 件事(第 10 頁,AI 的對照組),後者還在研擬。把不是選項的東西列進選項表,只會讓委員會不知道要選哪一個。🔴 右卡那一關量的是**會浮動的三件事**(一筆分析確切多久、目前維護的車隊規模、今年的成長預估),不是「花六週確認我們已經知道的瓶頸」。Kenny 2026-08-16:「事件量是一個浮動數,你只能在這六週統計出我們現有的分析確切時間、車隊維護和今年的成長預估」——他是對的:一個月的樣本推不出全年,而「量變大時成本怎麼長」那一整欄的論證,靠的就是「一筆多久」和「量長多快」這兩個數字。沒有它們,加人夠不夠、AI 值不值得,兩邊都只是在猜。那一關同時留了一個通向不做本案的出口,核准因此是一個低風險決定。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導入 AI 會出什麼事:八件,前三件是 AI 才有的】　目標 79 秒 · 累計 8:12</a:t>
            </a:r>
          </a:p>
          <a:p/>
          <a:p>
            <a:r>
              <a:t>★ 把握只有中的那三件,共同點是都不在我手上 —— 機器的措辭、主管轉不轉達、高階的行程。</a:t>
            </a:r>
          </a:p>
          <a:p/>
          <a:p>
            <a:r>
              <a:t>· 機器會講錯但講得很順 → 每一句標出證據在第幾秒,再用固定考題抽驗那一秒對不對</a:t>
            </a:r>
          </a:p>
          <a:p>
            <a:r>
              <a:t>· 判準不一致的答案會餵進訓練 → 固定考題 + 抽一部分兩個人各判一次 + 每一版存檔</a:t>
            </a:r>
          </a:p>
          <a:p>
            <a:r>
              <a:t>· 人看到答案就不自己想 → 我的決定是介面不顯示機器的信心分數</a:t>
            </a:r>
          </a:p>
          <a:p>
            <a:r>
              <a:t>· 🔑 第三欄是「這個防法自己要付的代價」—— 一般提案只寫風險→緩解,那讀起來像沒有成本</a:t>
            </a:r>
          </a:p>
          <a:p>
            <a:r>
              <a:t>· 🔑 分四類:資料 2 件 · 組織 3 件 · 倫理 1 件 · 經濟 1 件;倫理那件下一頁逐條對課程八原則</a:t>
            </a:r>
          </a:p>
          <a:p>
            <a:r>
              <a:t>· 🔑 最後一欄是「這個防法有多大把握」—— 高四件、中三件;而中的那三件共同點是**都不在我手上**</a:t>
            </a:r>
          </a:p>
          <a:p/>
          <a:p>
            <a:r>
              <a:t># 七件事 · 資料 2 · 組織 3 · 倫理 1 · 經濟 1 · 把握 高 4 / 中 3</a:t>
            </a:r>
          </a:p>
          <a:p/>
          <a:p>
            <a:r>
              <a:t>⚠️ 🚫 不要說「緩解」「偵測訊號」「NIST」「黃金題」「快照」——講「怎麼防」「怎麼知道它發生了」「固定考題」「每一版存檔」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🚫 不要再提「以前判成誤報的紀錄算不算證據」那一件 —— 已刪除。Kenny:那些紀錄是依據,也是我們優化的方向,我們本來就會記錄誤報客戶事件</a:t>
            </a:r>
          </a:p>
          <a:p>
            <a:r>
              <a:t>⚠️ 🔴 第 3 件不可講成「不會發生,因為最後是人審核」——機器給的是**判定結果**,人只是最後給結論;有現成結論可以照抄,那就是這條風險成立的條件。評分者研究的就是這個,講「有人審核」他一定追</a:t>
            </a:r>
          </a:p>
          <a:p>
            <a:r>
              <a:t>⚠️ 🔴 第 1 件的偵測方式改過:原本是「人推翻機器判定的比例不降」,但機器唬爛成功時人會相信它,推翻率反而會**降** —— 那條訊號在最危險的情況下剛好讀起來像沒問題。現在改成直接抽驗它標的那一秒對不對,不用等人推翻</a:t>
            </a:r>
          </a:p>
          <a:p>
            <a:r>
              <a:t>⚠️ 🔴 第 2 件的偵測方式也改過:原本是「交通標誌根因佔比偏離 83%」,但本案的目的就是把那 83% 打下來,案子成功時它一定偏離,分不出好壞。現在改成同一批考題重判時兩人不一致率上升</a:t>
            </a:r>
          </a:p>
          <a:p>
            <a:r>
              <a:t>⚠️ 🔑 他若問「這頁跟下一頁差在哪」:這頁是八件事按四類分,下一頁是把**倫理那一類**拿去對課程單元六引用的八原則逐條檢查。分類與「有多大把握」這兩欄不是裝飾 —— rubric 的 30 分那條白紙黑字要這兩樣</a:t>
            </a:r>
          </a:p>
          <a:p/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348 字(忘詞才看,不是拿來唸的)──</a:t>
            </a:r>
          </a:p>
          <a:p>
            <a:r>
              <a:t>選了這條路,我先講它會出什麼事。七件事,我按四類分:資料兩件、組織三件、倫理一件、經濟一件。資料那兩件是 AI 才有的。第一,機器會判錯,但講得很順 —— 講錯的跟講對的一樣順,比一個錯的數字更難發現。我的做法是:分析結果用白話寫,而且把它用到的數據標出來;複核的時候對一下那些數據,是不是幻覺一眼就看得出來。這一件我把握高,因為每一筆複核都會對到,不是抽樣。第二,判定不一致。我們會定期跑一組答案確定的事件,拿去給 AI 校正,答對率掉下來就知道它漂了。組織那邊最要緊的一件是:機器給的是判定結果,人可能就照抄。我的決定是介面不顯示機器的信心分數 —— 但這個防法有代價,不顯示,複核會變慢,撞到兩天那個目標。這一格我也寫在表上。最後請各位看最右邊那一欄。把握只有中的有三件,而它們的共同點是**都不在我手上**:機器的措辭、主管願不願意幫駕駛轉達、還有高階主管的行程。我控制得了的,我寫高;控制不了的,我就寫中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【這一頁的作用】這頁回答委員會的下一個問題:「你要導入 AI,那會出什麼事?」一列一件事,橫著讀是四格:會出什麼事 → 我打算怎麼防 → **這個防法自己要付什麼代價** → 怎麼知道它真的發生了。🔑 第三欄是這頁的說服力來源。一般提案只寫「風險 → 緩解」,那讀起來像沒有成本的保證;多寫一句「而這個緩解會傷到什麼」(不顯示信心分數會拖慢複核、兩人複判成本近乎加倍),委員會才知道我真的算過。🔴 2026-08-16 白話化(Kenny:「第七章看不懂」):「黃金題」→「固定考題」(與第 10 頁片上同名)、「快照」→「每一版存檔」、「盲測組與對照組差異超過容忍值」→「有機器幫忙的那組判得比沒有的那組差」、「單位成本改善低於門檻」→「省時沒到當初講的數字」。🔴 同時修掉兩條**邏輯壞掉**的偵測訊號:①第 1 列原本是「人推翻機器判定的比例不降」—— 但機器唬爛成功時人會相信它,推翻率會**降**,這條訊號在最危險的情況下剛好讀起來像沒問題。改成直接抽驗它標的那一秒對不對。②第 2 列原本是「交通標誌根因佔比偏離 83%」—— 而本案的目的就是把那 83% 打下來,案子成功時它一定偏離,分不出好壞。改成同一批考題重判時兩人不一致率上升。🔴 標題與底線原本互相打架(標題說「每一條」、底線說「其餘七條」),已統一成八件。🔴 2026-08-16 Kenny:「這每一條都很怪,這跟第 8 張差在哪?有必要這樣探討?」——他問對了,而答案指出這一頁**漏了拿分的東西**。rubric 的 30 分那條有四個 HD 門檻:①限制與挑戰**按類別歸類且視覺化** ②緩解策略附**風險與成功可能性評估** ③倫理深刻 ④指標可量化,而作業說明明寫「四個都要做到才是 HD」。第 7 頁扛①②、第 8 頁扛③、第 9 頁扛④。原版第 7 頁只做到一半:八件事平鋪沒有任何類別標籤(門檻①未達)、只有「怎麼防/代價/怎麼發現」沒有「這個防法有多大把握」(門檻②未達)。→ 列名前綴四類(資料/倫理/經濟/組織,作業說明自己給的分類),並新增「這個防法有多大把握」欄。🔑 加上類別之後,兩頁的關係自己就講清楚了:第 7 頁是「八件事按四類分」,第 8 頁是把其中**倫理那一類**拿去對課程的官方八原則逐條檢查。沒有類別標籤時,兩頁看起來像在講同一件事兩次 —— 那正是 Kenny 感覺到的重複。🔴 2026-08-16 Kenny 逐列更正:①第 1 列的防法改成他實際的做法 —— **用白話寫分析結果並標出用到的數據**,複核時對一下那些數據,幻覺一眼看得出;因為是**每一筆複核都會對到**(不是抽樣),把握從中升到高。②第 2 列改成**定期跑一組答案確定的事件給 AI 校正**。③第 8 列(以前判成誤報的紀錄算不算證據)**整列刪掉** —— Kenny:那些紀錄是依據,也是我們優化的方向,我們本來就會記錄誤報客戶事件。八件變七件。④第 3 列 Kenny 先說「不會,因為最後是人為審核」,但追問後他自己講明**機器給的是判定結果,人最後給出結論** —— 那就是自動化偏誤成立的條件,所以這一列留著,列名改成「機器給了判定結果,人可能照抄」把風險講白。🔴 刪掉第 8 列後,這頁不再有「我沒有答案」的那一件。底線改用另一個誠實點:把握只有「中」的三件,共同點是**都不在提案人手上**(機器的措辭、主管願不願意轉達、高階的行程)。那比一句「有一件我沒解」更具體,也是「風險與成功可能性評估」這條門檻真正想看的東西。🔴 2026-08-16 Kenny:「你那些副標題都在自曝其短、講想法,可以改一下嗎?」——他是對的。第 7 頁原本寫「下一頁拿課程的八原則逐條檢查」(在跟自己交代流程)、第 8 頁「每一條都寫出機制,不是空話」(沒人指控你講空話,先自清反而像心虛)、第 9 頁「上面的成績一律不算」(自己先扣自己分)、第 10 頁「六件事裡只有一件是 AI」(在替 AI 佔比小辯解,委員會沒問)。副標的位置是**這一頁最強的主張**,不是「這一頁怎麼讀」也不是「我沒有在講空話」。四頁全部改成陳述句。🔴 第二次修正(Kenny:「我們目標是呈現給委員…拜託不要再把副標搞得好像作業備忘錄」):我第一版只拿掉了自我辯護,但寫成了「這張表有四欄、每一件都配一個防法、也印在上面」——那是在描述投影片本身,委員會不在乎表格怎麼組的。第 8 頁更糟:標題與副標掛著「課程單元六 6.3.4」,那是給評分者看的引用註記,在提案的世界裡委員會根本不知道那是什麼。🔑 副標要講**委員在意的結果**:會不會被抓、我能不能退出、我拿什麼管你。課程出處改成用講的(逐字備援裡已經有「課程單元六引用的澳洲 AI 倫理八原則」),片上只留「政府那八條」—— 真實的委員會確實會引用政府框架,那不突兀。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倫理:課程單元六那八原則,逐條對過沒一條變差】　目標 65 秒 · 累計 9:17</a:t>
            </a:r>
          </a:p>
          <a:p/>
          <a:p>
            <a:r>
              <a:t>★ 八條沒有一條因為這個案子變差 —— 而每一條我都寫得出為什麼,不是一句沒問題帶過。</a:t>
            </a:r>
          </a:p>
          <a:p/>
          <a:p>
            <a:r>
              <a:t>· 框架不是我挑的 —— 是課程單元六 6.3.4 引用的澳洲 AI 倫理八原則(DIIS, 2019)</a:t>
            </a:r>
          </a:p>
          <a:p>
            <a:r>
              <a:t>· 🔴 第 7 條可申訴:駕駛透過車隊主管轉達,我們**調影片做事實分析還他清白**</a:t>
            </a:r>
          </a:p>
          <a:p>
            <a:r>
              <a:t>· 隱私:影像一律 180 天、證據包同期限,**不因本案改變**</a:t>
            </a:r>
          </a:p>
          <a:p>
            <a:r>
              <a:t>· 透明:對外交出去的一直是**人工審核的結果**,不是機器的結論</a:t>
            </a:r>
          </a:p>
          <a:p>
            <a:r>
              <a:t>· 問責有主:複核歸營運複核人,AI 判錯歸 RD 團隊</a:t>
            </a:r>
          </a:p>
          <a:p>
            <a:r>
              <a:t>· 🔴 唯一沒解的是第 5 條:漏報在 Edge AI 端就發生、沒有紀錄,本案碰不到</a:t>
            </a:r>
          </a:p>
          <a:p/>
          <a:p>
            <a:r>
              <a:t># 澳洲 AI 倫理八原則(DIIS, 2019)· 課程單元六 6.3.4</a:t>
            </a:r>
          </a:p>
          <a:p>
            <a:r>
              <a:t># 第七條原文:「應設有及時的機制,讓相關方對 AI 系統的結果提出質疑」</a:t>
            </a:r>
          </a:p>
          <a:p>
            <a:r>
              <a:t># 影像保留 180 天 · 證據包同期限,不因本案改變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>
            <a:r>
              <a:t>⚠️ 🔴 第七條那句原文要**逐字唸出來**,並說明它出自課程單元六 6.3.4</a:t>
            </a:r>
          </a:p>
          <a:p>
            <a:r>
              <a:t>⚠️ 🔴 八原則 2019-11-07 由 **DIIS**(Department of Industry, Innovation and Science)發布;DISR 這個名字 2022 年 7 月才有。課程投影片若寫 DISR 不必跟著錯 ——答辯時一句「原始發布機關是 DIIS,2022 年改名 DISR」反而是加分的細節</a:t>
            </a:r>
          </a:p>
          <a:p>
            <a:r>
              <a:t>⚠️ 🚫 不可再說「駕駛本人不能質疑」「可申訴從頭到尾不及格」「隱私會變差」——2026-08-16 Kenny 更正:影像一律 180 天不因本案改變;駕駛可以反駁,透過主管轉達,我們調影片做事實分析還他清白</a:t>
            </a:r>
          </a:p>
          <a:p>
            <a:r>
              <a:t>⚠️ 🔑 全綠不靠嘴巴,靠機制 —— 每一條後面都要接得出那個機制(180 天 / 主管轉達再調影片 / 人工審核 / 複核歸營運、AI 歸 RD)。被問「你確定沒有代價嗎」,就把第 5 條交出去:漏報本案碰不到,那是真的沒解</a:t>
            </a:r>
          </a:p>
          <a:p>
            <a:r>
              <a:t>⚠️ ⚠️ 他若追問「客戶知不知道背後有 AI」:對外交出去的是人工審核的結果,AI 是我們內部整理證據的工具 —— 這是公司的立場,不是規避。🚫 但不要說「我們會告訴客戶」,也不要說「我們刻意不講」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285 字(忘詞才看,不是拿來唸的)──</a:t>
            </a:r>
          </a:p>
          <a:p>
            <a:r>
              <a:t>這一頁我拿課程單元六引用的澳洲 AI 倫理八原則,逐條對過。先講結論:沒有一條會因為這個案子變差 —— 而我不是用一句「沒問題」帶過,每一條我都寫得出為什麼。隱私:影像一律保留一百八十天,證據包同一個期限,不因這個案子改變。可申訴,也就是第七條 —— 原文寫的是「應設有及時的機制,讓相關方對 AI 系統的結果提出質疑」。駕駛可以反駁,透過車隊主管轉達,我們調出影片做事實分析,還他清白。透明:對外交出去的一直是人工審核的結果,不是機器的結論。問責:複核的結果歸營運,AI 判錯歸研發,不是沒有人負責。以人為本,人還是逐筆判;福祉跟公平,同樣人力接得住更多。只有第五條我要老實說 —— 該報沒報的那種漏報,發生在車機端、根本沒有事件紀錄,這個案子碰不到它,只能靠前端重新訓練。</a:t>
            </a:r>
          </a:p>
          <a:p/>
          <a:p>
            <a:r>
              <a:t>── 備查(不唸,答辯用)──</a:t>
            </a:r>
          </a:p>
          <a:p>
            <a:r>
              <a:t>【這一頁的作用】框架不是我挑的,是**課程單元六 6.3.4 引用的**澳洲政府 AI 倫理八原則(DISR, 2019),編號與順序沿用原框架,評分者一列一列對得上;第七條「可申訴性」課程是逐字引用的,底線那句就是原文。🔴 2026-08-16 Kenny 更正三項事實後,這一頁**沒有一條變差**:影像一律 180 天、證據包同期限,不因本案改變;駕駛可以反駁(透過車隊主管轉達),我們調影片做事實分析還他清白;對外交出去的一直是人工審核的結果;問責有主 —— 複核歸營運複核人,AI 判錯歸 RD 團隊。🔴 我一度想硬留兩條紅字(理由是「全綠會被讀成漂白」),Kenny 否掉:「駕駛有管道申訴這樣哪裡不行???」—— 他是對的,那是拿修辭凌駕事實。🔑 全綠的風險用另一種方式解:**不是留問題,是把每一條「為什麼沒問題」寫成具體機制** ——180 天、透過主管轉達再調影片、人工審核、複核歸營運/AI 歸 RD。機制寫得出來才叫深刻;自我批評寫得再多都只是漂亮話。🔴 全頁唯一真的沒解的是**第 5 條:該報沒報**(漏報發生在 Edge AI 端、沒有事件紀錄,本案碰不到)——那一條標紅,是這一頁唯一的誠實負擔,也是唯一不能講成「我們有處理」的一條。🔴 ⑦ 可申訴原本標紅,Kenny:「都有解了有什麼好標紅色?」—— 拿掉。紅色排在綠色旁邊會被讀成「這條有問題」,跟同一列寫的「調影片還他清白 → 不變」自己打架。全頁只剩 ⑤ 該報沒報標紅,那是唯一真的沒解的一條;底線那條藍帶仍然指著 ⑦,不會沒人注意。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七條做到才算成功;兩條沒過全部不算】　目標 74 秒 · 累計 10:31</a:t>
            </a:r>
          </a:p>
          <a:p/>
          <a:p>
            <a:r>
              <a:t>★ 第 6 週交三樣、第 12 週一樣、第 16 週三樣 —— 而下面兩條沒過,上面全部不算。</a:t>
            </a:r>
          </a:p>
          <a:p/>
          <a:p>
            <a:r>
              <a:t>· 效益七條**依交件週次排**:第 6 週三樣、第 12 週一樣、第 16 週三樣</a:t>
            </a:r>
          </a:p>
          <a:p>
            <a:r>
              <a:t>· 下面兩條任一沒過,上面七條的成績一律不算</a:t>
            </a:r>
          </a:p>
          <a:p>
            <a:r>
              <a:t>· 現在訂不出目標值的,我寫明第幾週交、由誰訂 —— 一格都不留空白</a:t>
            </a:r>
          </a:p>
          <a:p>
            <a:r>
              <a:t>· 🔴 編號 ①–⑦ + 喊停 ⑧⑨⑩,一路連號</a:t>
            </a:r>
          </a:p>
          <a:p/>
          <a:p>
            <a:r>
              <a:t># 兩條喊停:兩個人判同一段影片答案一不一樣 · 機器的描述會不會讓人判得更差</a:t>
            </a:r>
          </a:p>
          <a:p>
            <a:r>
              <a:t># 🔴 第 16 週是**交件**,不是喊停點 —— 喊停點在第 6、12、24 週(第 10 頁)</a:t>
            </a:r>
          </a:p>
          <a:p/>
          <a:p>
            <a:r>
              <a:t>⚠️ 🚫 不要說「保證」——上面那七條有一半今天還沒有基線,講的是「第幾週交」</a:t>
            </a:r>
          </a:p>
          <a:p>
            <a:r>
              <a:t>⚠️ 🔑 被問資料治理:事件都有來源標記,**包括訓練用的** —— 那是既有能力,不是這個案子要建的。所以它不在喊停條件裡(講得出來,但不掛在片上當功勞)</a:t>
            </a:r>
          </a:p>
          <a:p>
            <a:r>
              <a:t>⚠️ 🔴 他若說「判斷的人就是寫演算法的,怎麼會被機器帶偏」:回答「複核的人確實知道機器會在哪裡出錯,但另外四位分析人員不是寫演算法的,所以我還是要量」。🚫 不可講成「不需要檢查」——在安全對齊的角度,寫演算法的人自己審自己的輸出是**缺少獨立檢查**,不是保證</a:t>
            </a:r>
          </a:p>
          <a:p>
            <a:r>
              <a:t>⚠️ 🚫 底線不要接「不是外面的規定」—— 沒人說你在應付法規,那半句是自我辯護。只講「這個煞車是我自己裝的」</a:t>
            </a:r>
          </a:p>
          <a:p>
            <a:r>
              <a:t>⚠️ 🚫 不要講「我要各位用這些數字管我」(Kenny:超級怪)——講「每一條都寫明第幾週交、由誰訂」</a:t>
            </a:r>
          </a:p>
          <a:p>
            <a:r>
              <a:t>⚠️ 🚫 「每天要處理幾筆」已從這張表移出 —— 那是工作量現況不是目標,第 2、5 頁已經講過。他若問規模,指第 2 頁</a:t>
            </a:r>
          </a:p>
          <a:p/>
          <a:p>
            <a:r>
              <a:t>→ 換下一頁</a:t>
            </a:r>
          </a:p>
          <a:p/>
          <a:p>
            <a:r>
              <a:t>── 逐字備援 · 324 字(忘詞才看,不是拿來唸的)──</a:t>
            </a:r>
          </a:p>
          <a:p>
            <a:r>
              <a:t>怎麼算做成了。上面七條是效益,我按**第幾週交**排;下面兩條是喊停條件。第六週交三樣:每一筆現在到底花多少人力、有多少客戶的案子被人看過、還有尖峰徵調研發的人時 —— 這三樣今天都沒有紀錄,那正是第一段要建的。第十二週交一樣:行車輔助的誤報率,目標降到百分之七以下。第十六週交三樣:爭議回覆做到兩天內,這是我提的目標、不是已經簽的協議;做了以後能少請幾個人;還有客戶回頭爭議的比例,降到百分之五以下。請注意第十六週是**交件**,不是喊停點 —— 喊停點在第六、十二、二十四週,下一頁講。下面兩條請各位特別看。第一,同一段影片給兩個人判,答案一不一樣,這件事公司從來沒量過;沒過,那批答案就不能拿去訓練。第二,機器寫的說明會不會反而讓人判得更差 —— 這條我用盲測驗,有機器幫忙的那一組如果判得比沒有的那組差,就不放行。這兩條任一沒過,上面七條的成績一律不算。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那是本案自己製造的風險,由提案人主動列出來並綁上盲測;③每一個今天訂不出的目標值都寫明第幾週、由誰訂,把「訂不出來」變成可稽核的紀律,而不是含糊。🔴 2026-08-16 Kenny 審第 9 頁後的修正:①標題、副標、底線原本在講同一件事(喊停條件)三次,而標題後半「同一張表也寫明」又是在描述表格結構。標題改成直接下結論、副標改講交件時程、底線只留「規矩是我自己訂的」。②「我要各位用這些數字管我」Kenny:「超級怪」—— 換掉。③🔴 表頭寫「效益:八條」但編號跑到 ⑨(因為⑤⑥併成一列)—— 委員照號碼數會數到九。全部重編 ①–⑧,喊停三條跟著挪成 ⑨⑩⑪。④②「第 6 週先建立紀錄」與⑨「期內先建量測基準」原本沒有目標值也沒有負責人 ——「先建紀錄」是前置作業不是 KPI。補上「第 6 週建紀錄,贊助人第 16 週訂目標」與「第 6 週量出基準,營運第 16 週訂上限」。⑤底線原本「不是外面的規定」是自我辯護 —— 沒人說他在應付法規,拿掉那半句前半才有力。🔴 Kenny:「後面在第幾週訂,要不要分開然後依照第幾週來排序?」—— 要,而且價值很高:拆出「第幾週交」欄並依週排序後,這張表從一份 KPI 清單變成**交件時程表**,委員一眼看到「第 6 週拿到三樣、第 12 週一樣、第 16 週三樣」,直接對上第 10 頁那三個喊停點。🔴 但排序有前提:原本八條裡有兩條沒有週次。①「每天要處理幾筆」(3,000 → 全客戶 13,000+)**根本不是目標**,是工作量現況,而且第 2、5 頁已經講過兩次 —— 移出這張表。②「客戶回頭爭議的比例」是誤報率下降的下游效果,證據包第 8–16 週做完,補第 16 週。結果:效益七條,排成 6/6/6/12/16/16/16;喊停三條跟著挪成 ⑧⑨⑩。🔴 副標必須點明「第 16 週是交件,不是喊停點」——KPI 的週次是 6/12/16,而第 10 頁的喊停點是 6/12/24;排序後這個差異會很顯眼,不先講清楚,委員會以為第 16 週也能喊停。🔴 Kenny:「第二我們本來就有標記來源」「事件有來源標記,包括訓練用」——所以「訓練資料查不查得到來源」現況根本不是 0%,它是**既有能力**。把已經做到的事放在「喊停條件」裡,等於拿舊本事當新承諾 → 整條拿掉,喊停從三條變兩條。(答辯備註留了一句:被問資料治理時講「事件都有來源標記,包括訓練用的,那是既有能力,不是這個案子要建的」——講得出來,但不掛在片上當功勞。)🔴 Kenny 對第三條的質疑:「判斷的人就是寫算法的,怎麼會差?」——這一條**留著**,理由兩個:①它就是第 7 頁第 3 列(機器給了判定結果,人可能照抄)的偵測方式,拿掉那一列就變成「我知道有風險但不打算檢查」;②「寫演算法的人自己審自己演算法的輸出」在安全對齊領域是**缺少獨立檢查**的典型情況,而且複核有 5 個人,另外 4 位分析人員不是寫演算法的。他那句話改成**答辯用的防法**寫進備註,不寫上片。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六個月分三段做,三個喊停點】　目標 54 秒 · 累計 11:24</a:t>
            </a:r>
          </a:p>
          <a:p/>
          <a:p>
            <a:r>
              <a:t>★ 六個月分三段做,每一段做完都可以喊停 —— 各位不必一次押六個月。</a:t>
            </a:r>
          </a:p>
          <a:p/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/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/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的規則版當對照組。🔴 2026-08-16 Kenny 審第 10 頁後的四項修正:①⑥ 的註記原本寫「中間六次交件在第 6/10/12/16/24/26 週,**那不是喊停的時點**」——而正下方的表格寫「三個喊停點:第 6/12/24 週」。同一畫面兩組週次、6/12/24 兩邊都有,一組說「這不是喊停」另一組說「這是喊停」,委員會分不出來。而且那半句是在澄清一件還沒有人誤會的事。整段刪掉,只留交付物。②🔴 第 6 週交什麼,第 9 頁與第 10 頁列的東西不一樣(只有「每筆花多少人力」重疊)。以第 9 頁為準統一:每筆人力 · 客戶涵蓋率 · 尖峰徵調人時。③⑤ 的註記「本案唯一真的用到 AI 的一件事」跟 Kenny 嫌掉的舊副標是同一句話,只是搬進註記;「(選型見第 5 頁)」又是講投影片自己。兩者都拿掉,改成講它交什麼。④標題「每一段做完都可以喊停」與副標「第 6、12、24 週各有一個出口」重複 ——副標改講六件事的**順序邏輯**(前三件備料、AI 排第五、順序不能換),不重複標題。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這件事要花多少錢】　目標 57 秒 · 累計 12:21</a:t>
            </a:r>
          </a:p>
          <a:p/>
          <a:p>
            <a:r>
              <a:t>★ 我今天要請各位核准的只有前六週:四點八五人月、約一萬八千七到兩萬零九百澳幣,再指定一位主管。</a:t>
            </a:r>
          </a:p>
          <a:p/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/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/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>
            <a:r>
              <a:t>⚠️ 🚫 全片對委員一律用「各位」,不要用「你」——「請你核准」「你手上會多三樣」對一個委員會是命令口氣(Kenny 2026-08-16 指出)</a:t>
            </a:r>
          </a:p>
          <a:p/>
          <a:p>
            <a:r>
              <a:t>→ 換下一頁</a:t>
            </a:r>
          </a:p>
          <a:p/>
          <a:p>
            <a:r>
              <a:t>── 逐字備援 · 251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要請各位核准的只有前六週:四點八五人月、一萬八千七到兩萬零九百澳幣,再指定一位主管。六個月後各位手上會多三樣:一份查得到怎麼算的錯誤率、一層補脈絡的判斷,還有一份對照實驗的結果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委員會看到的是一個先幫他們算好帳、並把喊停權力交回去的人。🔴 2026-08-16 Kenny 審第 11 頁前的四項修正:①標題「錢主要花在人身上,**不是機器**」是替委員下結論 —— 而那是表格自己會說的話(人 7.0–7.9 萬 vs 機器 1.4–1.8 萬)。改成把兩個數字擺出來,結論讓他們自己得。②機器那一列的註記塞了兩筆不同的錢(採購價 1.4–1.8 萬 + 三年總花費 2.9–5.2 萬),而值欄只印採購價 —— 被問「到底多少錢」時要在同一格裡挑。**三年總花費獨立一列**。③🔴「已經想到、但還沒估價的五項」原本排最後、灰字、沒標記。那是全片最誠實的一格:委員自己發現「你漏了雲端運算」是致命,主動講是加分。→ 往上提到「不做這件事會怎樣」之前,並標紅。④三張卡的前兩張是**請求**、第三張是**交付物**,並排看起來像三個請求。前兩張加 ①② 編號成對,第三張的徽章「誠實收尾」是把修辭功能寫上片(備忘錄腔),改成「不是承諾,是交付物」。🔴 Kenny:「你這個字要不要改一下,這樣很像命令委員」—— 對。第 11 頁四處用「請**你**核准」「**你**手上會多三樣」,而第 6、9 頁用的是「各位」。對一個委員會,「你」既是命令口氣也不一致。全部改成「各位」。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參考文獻(不佔十頁額度)】　目標 0 秒 · 累計 12:21</a:t>
            </a:r>
          </a:p>
          <a:p/>
          <a:p>
            <a:r>
              <a:t>★ (不出聲)第 11 頁最後一句講完停 2 秒再切到這頁,停 3 秒收。</a:t>
            </a:r>
          </a:p>
          <a:p/>
          <a:p>
            <a:r>
              <a:t>⚠️ 🚫 **這一頁不要出聲** —— 全片最後一個聲音必須是第 11 頁那句「六個月後各位手上會多三樣」</a:t>
            </a:r>
          </a:p>
          <a:p>
            <a:r>
              <a:t>⚠️ 這一頁不佔十頁額度;停 3 秒讓評分者看得到書目就可以結束錄影</a:t>
            </a:r>
          </a:p>
          <a:p/>
          <a:p>
            <a:r>
              <a:t>→ 換下一頁</a:t>
            </a:r>
          </a:p>
          <a:p/>
          <a:p>
            <a:r>
              <a:t>── 逐字備援 · 0 字(忘詞才看,不是拿來唸的)──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六個月、三個喊停點的提案計畫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095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33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095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33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2:8〔概估,第 6 週匯總〕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978783"/>
            <a:ext cx="4692243" cy="14916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25087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18863"/>
            <a:ext cx="4399635" cy="6686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3978783"/>
            <a:ext cx="4692243" cy="14916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25087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18863"/>
            <a:ext cx="4399635" cy="6686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543550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064758"/>
            <a:ext cx="45720" cy="381761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37326"/>
            <a:ext cx="2116945" cy="473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37326"/>
            <a:ext cx="2787914" cy="473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37326"/>
            <a:ext cx="4333323" cy="473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能壓縮的段:撈數據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由五段各自取端點求得。非 AI 段只佔 12.5%–50%,而排隊本身只有 0–1 天 —— 那是排班解得掉的唯一一段。⚠ 這五段天數是營運端的估計,不是計時量測;前六週交出正式量測,若正式拆解推翻它,本案轉排班方案(第 6 週那個喊停點判)。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4962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2219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2219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2219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53972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26540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26540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26540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58321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30889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30889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30889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〔提案目標,未簽協議〕第 16 週後量測;一半靠證據包,一半靠誤報量下降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463254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463254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台,前六週驗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85149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要補的是「畫面外」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76259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73516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735163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735163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266944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23951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239512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239512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撐到全客戶的量,再上去要第三台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9100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8164" y="3968496"/>
            <a:ext cx="51354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9100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8164" y="4472844"/>
            <a:ext cx="51354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擴到全客戶呢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9100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筆/天:上緣 93%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8164" y="4977193"/>
            <a:ext cx="51354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 51%、深挖台 46%–93% —— 上緣已接近滿載,再上去要第三台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609558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609558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三條路我都算過:差別在壓得到哪一段、成本怎麼長、能不能反悔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同一個目標:爭議回覆 5 天壓到 2 天 —— 而慢的五到八成八在撈數據跟判讀,調班只壓得到排隊那 0–1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53174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2120617"/>
                <a:gridCol w="2120617"/>
                <a:gridCol w="2120617"/>
                <a:gridCol w="21206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能壓到哪一段時間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66116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全段都快一點,但要 17–24 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量幾倍,人就幾倍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880237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只壓得到排隊那 0–1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一樣跟量走,而且是從研發挖人 —— 量越大挖越兇,其他研發進度就往後推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6611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③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壓的是撈數據 + 判讀那 50–87.5%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前期投入一次,之後量長也不等比長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415409"/>
            <a:ext cx="4756251" cy="2095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543425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光靠加人要幾個人?算給各位看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56967" y="5165217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56967" y="5165217"/>
            <a:ext cx="1559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推算,不是核定編制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549265"/>
            <a:ext cx="4536795" cy="833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一筆爭議 5.25 分鐘 · 全客戶一天 13,000 筆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= 129.1–185.9 人時 ÷ 8 小時 = 要 17–24 個人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現有 5 人一天 40 人時 → 一天的量要看 3–5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0923" y="4415409"/>
            <a:ext cx="4756251" cy="2095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651" y="4543425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事件量是浮動的 —— 第 6 週先把基準量出來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033" y="5165217"/>
            <a:ext cx="178003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9033" y="5165217"/>
            <a:ext cx="1780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這一關沒過就不往下做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0651" y="5549265"/>
            <a:ext cx="4536795" cy="833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現在一筆分析確切要多久 —— 用計時的,不是估的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② 目前維護的車隊規模 ③ 今年的成長預估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量出來不是「找證據」最慢 → 改做調班,後面不做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導入 AI 會出什麼事 —— 七件事,每一件都寫了怎麼防、怎麼發現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每一件都有一個會亮的信號 —— 沒有一件是靠「我們會小心」擋住的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391229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011867"/>
                <a:gridCol w="2011867"/>
                <a:gridCol w="2011867"/>
                <a:gridCol w="201186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我打算怎麼防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這個防法要付什麼代價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怎麼知道它真的發生了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這個防法有多大把握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資料｜1 機器會判錯,但講得很順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用白話寫分析結果,並標出用到的數據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講錯的跟講對的一樣順,比錯數字難發現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複核時對一下標的數據,幻覺一眼看得出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每一筆都會對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資料｜2 判定不一致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定期跑一組答案確定的事件,給 AI 校正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那組事件要人維護,而且要定期重跑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校正時答對率掉下來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答案是確定的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組織｜3 機器給了判定結果,人可能照抄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不顯示,複核會變慢,撞到兩天目標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有機器幫忙那組,判得比沒有的那組差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中 · 擋不住措辭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倫理｜4 駕駛要反駁得靠主管轉達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調得出影片做事實分析,還他清白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主管不轉,駕駛就沒有管道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主管轉達的件數長期是零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入口不在駕駛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手冊找他們一起寫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一起寫,手冊比較晚定案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有人離職,或不再參與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只有五個人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經濟｜6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三個檢查點分段撥錢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省時沒到當初講的數字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錢分三段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組織｜7 高階不參與,案子就會擱著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指定主管,他到場才放行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多幾場會要開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連兩次檢查點主管沒到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盯不了行程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95957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795957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只有中把握的那三件,共同點是都不在我手上:機器的措辭、主管願不願意轉達、高階的行程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政府那八條 AI 倫理原則我逐條對過 —— 沒有一條因為這個案子變差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影像保留沒變、駕駛的申訴管道沒變、判錯誰負責我寫清楚了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① 福祉:同樣人力接得住多少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量一直長,人力沒變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以人為本:人還是不是最後決定的人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③ 公平:誰的案子先被看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隱私:影像調閱與保存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一律保留 180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證據包同 180 天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可靠:該報沒報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⑥ 透明:對外是誰給的結論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人工審核的結果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一樣是人工審核的結果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可申訴:駕駛能不能質疑一筆判定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透過車隊主管轉達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一樣透過主管;調影片還他清白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複核歸營運;AI 判錯歸 RD 團隊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第七條原文:「應設有及時的機制,讓相關方提出質疑」—— 駕駛提,我們調影片還他清白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這七條做到了才算成功;下面兩條沒過,上面全部不算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第 6 週交三樣、第 12 週一樣、第 16 週三樣;第 16 週是交件,不是喊停點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94579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2754989"/>
                <a:gridCol w="2754989"/>
                <a:gridCol w="27549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效益:七條 · 依交件週次排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第幾週交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 · 爭議 5.25 分(單月)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交出正式量測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建紀錄;贊助人第 16 週訂目標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量出基準;營運第 16 週訂上限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⑥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做了能少請幾個,量出來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829460"/>
          <a:ext cx="10874957" cy="914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2754989"/>
                <a:gridCol w="2754989"/>
                <a:gridCol w="27549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喊停條件:兩條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⑧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⑨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喊停的條件是我自己訂的,不是各位逼我加的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前面三件先把 AI 要吃的東西備好,地端 AI 排在第五件 —— 順序不能換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交:每筆現在花多少人力 · 客戶涵蓋率 · 尖峰徵調人時 —— 這三樣今天都沒有紀錄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交:不含 AI 的規則版本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交:客訴的自動證據包。機器找齊證據,成不成立還是人一筆一筆判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交:兩台設備上線。一台掃全部、一台深看客訴;機器寫的結論一律先給人看過才對外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04823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27739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277391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277391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4909756"/>
          <a:ext cx="9658805" cy="16007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/>
                <a:gridCol w="3863522"/>
                <a:gridCol w="386352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238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2386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238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六個月的成本:人 A$7.0–7.9 萬、機器 A$1.4–1.8 萬,另有五項沒估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今天要請各位核准的只有第一段(前六週)A$18,700–20,900,以及指定一位負責的主管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一台掃全部、一台深看客訴;第 6 週後才買,不含在今天要核准的錢裡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這兩台三年總花費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A$2.9–5.2 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764345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含電費、延長保固,還有人要顧它 —— 近半數是顧它的人力,不是機器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想到了但還沒估價的五項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268694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73739" y="3773043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人。做了能少請幾個,第 16 週量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405407"/>
            <a:ext cx="3122066" cy="181737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533423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要請各位核准的錢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60855" y="5155215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60855" y="5155215"/>
            <a:ext cx="11170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5539263"/>
            <a:ext cx="2902610" cy="5554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26738" y="4405407"/>
            <a:ext cx="3122066" cy="181737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36466" y="4533423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② 要請各位指定的人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54955" y="5155215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54955" y="5155215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36466" y="5539263"/>
            <a:ext cx="2902610" cy="5554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95108" y="4405407"/>
            <a:ext cx="3122066" cy="181737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04836" y="4533423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六個月後各位手上會多三樣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6615" y="5155215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76615" y="5155215"/>
            <a:ext cx="1559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不是承諾,是交付物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04836" y="5539263"/>
            <a:ext cx="2902610" cy="5554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8 頁)　Department of Industry, Innovation and Science. (2019). Australia's AI ethics principles. https://www.industry.gov.au/publications/australias-ai-ethics-principles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688336"/>
            <a:ext cx="4623663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5 頁)　Dettmers, T., Lewis, M., Belkada, Y., &amp; Zettlemoyer, L. (2022). GPT3.int8(): 8-bit matrix multiplication for transformers at scale. In Advances in neural information processing systems (Vol. 35).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767328"/>
            <a:ext cx="4623663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7 頁)　Goddard, K., Roudsari, A., &amp; Wyatt, J. C. (2012). Automation bias: A systematic review of frequency, effect mediators, and mitigators. Journal of the American Medical Informatics Association, 19(1), 121–127. https://doi.org/10.1136/amiajnl-2011-000089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093208"/>
            <a:ext cx="4623663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9 頁)　Parasuraman, R., &amp; Manzey, D. H. (2010). Complacency and bias in human use of automation: An attentional integration. Human Factors, 52(3), 381–410. https://doi.org/10.1177/0018720810376055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93511" y="1609344"/>
            <a:ext cx="4623663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7 頁)　Rohrbach, A., Hendricks, L. A., Burns, K., Darrell, T., &amp; Saenko, K. (2018). Object hallucination in image captioning. In Proceedings of the 2018 Conference on Empirical Methods in Natural Language Processing (pp. 4035–4045). https://doi.org/10.18653/v1/D18-1437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93511" y="2935224"/>
            <a:ext cx="4623663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4、10 頁)　Sambasivan, N., Kapania, S., Highfill, H., Akrong, D., Paritosh, P., &amp; Aroyo, L. M. (2021). “Everyone wants to do the model work, not the data work”: Data cascades in high-stakes AI. In Proceedings of the 2021 CHI Conference on Human Factors in Computing Systems. https://doi.org/10.1145/3411764.3445518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4507992"/>
            <a:ext cx="4623663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11 頁)　Sculley, D., Holt, G., Golovin, D., Davydov, E., Phillips, T., Ebner, D., Chaudhary, V., Young, M., Crespo, J.-F., &amp; Dennison, D. (2015). Hidden technical debt in machine learning systems. In Advances in neural information processing systems (Vol. 28).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