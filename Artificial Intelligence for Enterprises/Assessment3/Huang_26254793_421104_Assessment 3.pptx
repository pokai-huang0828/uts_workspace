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65 秒 · 累計 1:57</a:t>
            </a:r>
          </a:p>
          <a:p/>
          <a:p>
            <a:r>
              <a:t>★ 這道人工防線有兩種單價,差十六倍 —— 差別不在人,在證據在不在畫面裡。</a:t>
            </a:r>
          </a:p>
          <a:p/>
          <a:p>
            <a:r>
              <a:t>· 地端 AI 公司內部評估過,我是其中一員(所以這不是新點子,是立案)</a:t>
            </a:r>
          </a:p>
          <a:p>
            <a:r>
              <a:t>· 兩階段自動化到第二關就停,剩下每一筆都要人看過</a:t>
            </a:r>
          </a:p>
          <a:p>
            <a:r>
              <a:t>· 看畫面就能判 vs 要離開畫面找證據</a:t>
            </a:r>
          </a:p>
          <a:p/>
          <a:p>
            <a:r>
              <a:t># 一筆 20 秒 / 一筆 5.25 分 / 差約 16 倍</a:t>
            </a:r>
          </a:p>
          <a:p/>
          <a:p>
            <a:r>
              <a:t>⚠️ 20 秒要說「營運端的實務估計,尚未以計時量測驗證」</a:t>
            </a:r>
          </a:p>
          <a:p>
            <a:r>
              <a:t>⚠️ 🚫 不可說「我們沒有量過」</a:t>
            </a:r>
          </a:p>
          <a:p/>
          <a:p>
            <a:r>
              <a:t>→ 換下一頁</a:t>
            </a:r>
          </a:p>
          <a:p/>
          <a:p>
            <a:r>
              <a:t>── 逐字備援 · 288 字(忘詞才看,不是拿來唸的)──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/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3:09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✂️ 若排練超過 9:40,這一頁砍最後四句(20 秒限定的重複 + 五萬台 / 三個分母 / 成長階梯)= 省 26 秒。第 2 頁已經講過 20 秒的限定,這裡是重複。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4:02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5:00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5:45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6:35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7:25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8:11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8:58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10:02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10:07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123" y="577900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4123" y="619048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49624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49624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25724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598292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598292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4598292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51541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424109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424109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123" y="5424109"/>
            <a:ext cx="4333323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718397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44214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607796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1919478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112145"/>
            <a:ext cx="6126034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