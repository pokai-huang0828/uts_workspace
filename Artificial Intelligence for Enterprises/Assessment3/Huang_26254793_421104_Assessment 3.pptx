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54 秒 · 累計 2:57</a:t>
            </a:r>
          </a:p>
          <a:p/>
          <a:p>
            <a:r>
              <a:t>★ 最花時間的那兩段佔 43%–78% —— 把它自動化,爭議回覆從 2–5 天縮到目標 2 天內。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天花板:排隊 + 覆核 + 回信佔 22%–57%,AI 碰不到 —— 排隊那段是排班解的</a:t>
            </a:r>
          </a:p>
          <a:p/>
          <a:p>
            <a:r>
              <a:t># 合計 2.5–5.5 天 · AI 可處理段 1.5–3.5 天 = 43%–78%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2.5–5.5 天,🚫 不是 2–5 天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各位看這條時間軸。一件爭議走完兩天半到五天半,而最花時間的是中間這兩段 —— 撈數據跟判讀,佔全程四成三到七成八。慢的原因是同一個:模型看不到畫面外的東西。速限多少、那面牌是什麼,人得自己離開畫面去查。所以我要導入自動證據包:機器把影片、客戶問題、規則一起讀進來,產出可讀的描述,並標出它引用到的證據在第幾秒。這一包第八到十六週做,對所有案件都成立;人仍然逐筆判,機器不做結案。導入之後,爭議回覆從兩到五天縮短到目標兩天內 ——一半來自證據包自動化,一半來自誤報量下降。但天花板在最下面那一條:排隊、覆核、回信佔兩成二到五成七,AI 碰不到。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3:49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4:48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5:32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6:23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7:13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7:58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8:46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9:49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9:54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43%–78%,把它自動化 → 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導入自動證據包(WP-D · W8–16)· 人仍逐筆判;而排隊那段是排班解的,不是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01044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98300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983008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983008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51478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48735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487356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WP-D 爭議回覆自動化 · W8–16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487356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案件成立;人仍逐筆判,機器不做結案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19137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99170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991705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991705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65926"/>
            <a:ext cx="9658807" cy="64460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65926"/>
            <a:ext cx="9293047" cy="6446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天花板:非 AI 段佔 22%–57% = 1.0–2.0 天,AI 碰不到;排隊那段是排班解的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