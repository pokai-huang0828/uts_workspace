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72 秒 · 累計 6:36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7:41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8:24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9:11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10:05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11:01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11:06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加人要幾個人 —— 算式照印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3167" y="5138928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3167" y="5138928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 ÷ 1,647 筆 = 5.25 分/筆〔單一批次,非長期均值〕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129.1–185.9 人時 ÷ 8 小時 = 16.14–23.24 → 取整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兩個假設還沒驗:20 秒/筆 · 全客戶同樣的案件組合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週的檢查點 —— 這一關沒過就不往下做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7569" y="5138928"/>
            <a:ext cx="82296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7569" y="51389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前六週要交:一件爭議的時間拆解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如果「找證據 + 判讀」真的是主要延遲 → 往下做 ③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如果不是 → 改做 ② 調班方案,後面全部不執行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