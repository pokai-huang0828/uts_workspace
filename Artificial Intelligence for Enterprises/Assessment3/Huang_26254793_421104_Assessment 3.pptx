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10:04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我要各位用這些數字管我 —— 包括三條沒過就停的條件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你不必一次押六個月:第 6 週、第 12 週、第 24 週,各有一個出口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