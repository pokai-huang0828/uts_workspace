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開場 · 這個提案在講什麼】　目標 52 秒 · 累計 0:52</a:t>
            </a:r>
          </a:p>
          <a:p/>
          <a:p>
            <a:r>
              <a:t>★ 光是一個車隊,五個人要看完三千支影片;而客戶要的答案,兩天內。</a:t>
            </a:r>
          </a:p>
          <a:p/>
          <a:p>
            <a:r>
              <a:t>· 先對老師交代框架,再用一句話切進 pitch:「以下我用向公司技術委員會提案的方式呈現」</a:t>
            </a:r>
          </a:p>
          <a:p>
            <a:r>
              <a:t>· 生意:車機 Edge AI 初判 + Server AI 複判,兩次判定替駕駛守護安全</a:t>
            </a:r>
          </a:p>
          <a:p>
            <a:r>
              <a:t>· 一筆「事件」= 一次危險駕駛(影片 + 時間地點 + 分類);一次「爭議」= 客戶回頭說「這筆 AI 判錯了」,只能由人重看影片才判得出來</a:t>
            </a:r>
          </a:p>
          <a:p/>
          <a:p>
            <a:r>
              <a:t># 單一大型車隊約 3,000 筆事件/天 · 部門僅 5 位專職分析人員</a:t>
            </a:r>
          </a:p>
          <a:p/>
          <a:p>
            <a:r>
              <a:t>⚠️ ★ 那句話留到**最後**講 —— 先把『事件』與『爭議』鋪好,後面九頁全建立在這兩個詞上</a:t>
            </a:r>
          </a:p>
          <a:p>
            <a:r>
              <a:t>⚠️ 🚫 切換線之後就不要再對老師說話,全程對委員會講</a:t>
            </a:r>
          </a:p>
          <a:p>
            <a:r>
              <a:t>⚠️ 講完停 1 秒再換頁。這是全片唯一的鉤子,不要急著翻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老師好,我是黃柏凱。這次作業我用現職公司的真實案例做提案 —— 以下我用向公司技術委員會提案的方式呈現。我在一家做車隊行車影像 AI 的公司,負責 AI 影像分析事件應用。車隊在車機上用 Edge AI 做第一次判定,再由 Server AI 複判;這兩次判定替駕駛守護安全,也讓車隊管理隨時看得到事件內容。鏡頭偵測到一次危險駕駛,就記一筆「事件」:一段影片、時間地點,還有系統給的分類。客戶收到之後會回頭說「這筆 AI 判錯了」,那叫一次「爭議」——而爭議只能由人重看影片才判得出來。光是一個車隊,五個人要看完三千支影片;而客戶要的答案,兩天內。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自動化停在第二關 —— 剩下的全由 5 個人逐筆看】　目標 71 秒 · 累計 2:03</a:t>
            </a:r>
          </a:p>
          <a:p/>
          <a:p>
            <a:r>
              <a:t>★ 一個車隊一天要 29.8 到 42.9 人時,而我們五個人一天只有 40 —— 上緣已經超過了。</a:t>
            </a:r>
          </a:p>
          <a:p/>
          <a:p>
            <a:r>
              <a:t>· 前端 Edge AI → Server AI 兩段已經自動化,停在第三關</a:t>
            </a:r>
          </a:p>
          <a:p>
            <a:r>
              <a:t>· 第三關全部靠人:打開事件檔 → 看 AI 當時依什麼判 → 回信;分不出「客戶不熟判定規格」還是「畫面造成的真誤報」,就沒辦法回信</a:t>
            </a:r>
          </a:p>
          <a:p>
            <a:r>
              <a:t>· 我要自動化的是**離開畫面找證據**那一段,不是機器替你做決定</a:t>
            </a:r>
          </a:p>
          <a:p/>
          <a:p>
            <a:r>
              <a:t># 3,000 筆 × 20 秒 = 16.7 人時 · 150–300 筆 × 5.25 分 = 13.1–26.2 人時</a:t>
            </a:r>
          </a:p>
          <a:p>
            <a:r>
              <a:t># 合計 29.8–42.9 人時/天　vs　產能 40 人時/天(5 人 × 8 小時)</a:t>
            </a:r>
          </a:p>
          <a:p/>
          <a:p>
            <a:r>
              <a:t>⚠️ 20 秒要說「營運端的實務估計,尚未以計時量測驗證」;🚫 不可說「我們沒有量過」</a:t>
            </a:r>
          </a:p>
          <a:p>
            <a:r>
              <a:t>⚠️ 🚫 不可說「減少人力」「縮編」—— 第 11 頁寫的是「不做這件事,用現在的做法覆蓋全客戶要再請 12–19 人」,而「做了能少請幾個」第 16 週才算得出來。這一頁的主張是**同樣人力、更高產出**</a:t>
            </a:r>
          </a:p>
          <a:p>
            <a:r>
              <a:t>⚠️ 🚫 不可把「爭議」講成「誤報」—— 5.25 分算的是爭議(客戶回頭標記的 5–10%)</a:t>
            </a:r>
          </a:p>
          <a:p>
            <a:r>
              <a:t>⚠️ 2:8 一定要接「取整的概估,系統有欄位但沒人匯總過,W6 交正式分佈」</a:t>
            </a:r>
          </a:p>
          <a:p>
            <a:r>
              <a:t>⚠️ 🚫 **不可把 80% 跟第 4 頁的 83% 乘起來** —— 兩個都是估計、來自不同樣本,串起來就是把誤差乘上去。他若自己乘,就說那兩個母體不同</a:t>
            </a:r>
          </a:p>
          <a:p>
            <a:r>
              <a:t>⚠️ 他若追問「有紀錄為什麼不算」:欄位在,只是沒人匯總過 ——那是第一個工作包第一週就做得完的事</a:t>
            </a:r>
          </a:p>
          <a:p/>
          <a:p>
            <a:r>
              <a:t>→ 換下一頁</a:t>
            </a:r>
          </a:p>
          <a:p/>
          <a:p>
            <a:r>
              <a:t>── 逐字備援 · 314 字(忘詞才看,不是拿來唸的)──</a:t>
            </a:r>
          </a:p>
          <a:p>
            <a:r>
              <a:t>誠如各位在圖上看到的,前端 Edge AI 跟 Server AI 這兩段已經自動化,停在第三關。客戶回頭說「這筆 AI 判錯了」,那一段全部靠人 ——而它慢的原因不是人不夠快,是證據不在畫面裡。分析人員得打開事件檔,看 AI 當下是依什麼判的,才分得出這是哪一種爭議:是客戶不熟我們的判定規格、其實 AI 判對了;還是畫面造成的真誤報。營運端從處理紀錄看大約二比八,但那是取整的概估,系統有欄位沒人匯總過,第六週交。在打開來看之前,這兩種長得一模一樣。各位看下面這個算式:三千筆全部看過一次,再加上一到三百筆深看第二次 ——加起來二十九點八到四十二點九人時,而我們五個人一天總共四十人時。上緣已經超過了,而這只是一個客戶。所以我提的是一套地端 AI 事件判讀,把畫面外的脈絡讀進來,讓同樣這五個人,在客戶要的兩天內交得出答案。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【這一頁的作用】委員會裡不是每個人都懂這條產線,聽不懂就不會核准。這頁先用兩張卡把「已自動化 / 沒自動化」切成二元對比,並當場定義什麼是一個事件、什麼是一次爭議、那 5 個人具體在做什麼;再用「合計 29.8–42.9 人時對上產能 40 人時」把痛點釘死在「證據不在畫面裡」—— 那正是本案要建的能力的靶心。成因與解法印在同一頁,委員會才知道我們要買的不是產能,是把畫面外的脈絡讀進來的能力。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最花時間的兩段佔五成到八成八】　目標 59 秒 · 累計 3:02</a:t>
            </a:r>
          </a:p>
          <a:p/>
          <a:p>
            <a:r>
              <a:t>★ 人的時間從「找證據」換成「下判斷」—— 而找證據那兩段佔全程五成到八成八。</a:t>
            </a:r>
          </a:p>
          <a:p/>
          <a:p>
            <a:r>
              <a:t>· 導入什麼:自動證據包 —— 機器讀 影片 + 客戶問題 + 規則,產出可讀描述並標出引用的證據在第幾秒</a:t>
            </a:r>
          </a:p>
          <a:p>
            <a:r>
              <a:t>· 怎麼導入:爭議回覆自動化,第 8–16 週,所有案件都適用;人仍逐筆判,機器不做結案</a:t>
            </a:r>
          </a:p>
          <a:p>
            <a:r>
              <a:t>· 非 AI 段只佔 12.5%–50%;排隊那 0–1 天是排班的事,不在本案範圍</a:t>
            </a:r>
          </a:p>
          <a:p/>
          <a:p>
            <a:r>
              <a:t># 合計 2.0–5.0 天 · AI 可處理段 1.5–3.5 天 = 50%–87.5%</a:t>
            </a:r>
          </a:p>
          <a:p>
            <a:r>
              <a:t># 爭議回覆 2–5 天 → 目標 2 天內〔提案目標,未簽協議〕W16 後量測</a:t>
            </a:r>
          </a:p>
          <a:p/>
          <a:p>
            <a:r>
              <a:t>⚠️ ⚠️ 內部覆核與回信各 0.25 天,是比營運端原口述(各 0.5 天)**收緊過**的值;收緊後合計 2.0–5.0 天、頭條 50%–87.5%(用 0.5/0.5 算是 43%–78%)。🚫 不可說「這下跟第 9 頁一致了」—— 第 9 頁那條自己也標著「估計,非量測」,兩者本來就同一個營運來源,**不算互相驗證**;正式量測前六週交</a:t>
            </a:r>
          </a:p>
          <a:p>
            <a:r>
              <a:t>⚠️ 🔑 他若問「87.5% 是不是機器接手判讀」:不是 —— 那是**可被壓縮的時間上限**,機器只壓縮查證據那部分,結論仍一筆一筆由人下;若完全不碰判讀、只算撈數據那 0.5 天,對應區間是 10%–25%</a:t>
            </a:r>
          </a:p>
          <a:p>
            <a:r>
              <a:t>⚠️ 改善**一半**來自證據包自動化、**一半**來自誤報量下降 —— 不可全掛在證據包上</a:t>
            </a:r>
          </a:p>
          <a:p>
            <a:r>
              <a:t>⚠️ 🚫 不可說機器替人判 —— 機器交的是證據包,判的還是人</a:t>
            </a:r>
          </a:p>
          <a:p/>
          <a:p>
            <a:r>
              <a:t>→ 換下一頁</a:t>
            </a:r>
          </a:p>
          <a:p/>
          <a:p>
            <a:r>
              <a:t>── 逐字備援 · 261 字(忘詞才看,不是拿來唸的)──</a:t>
            </a:r>
          </a:p>
          <a:p>
            <a:r>
              <a:t>各位看這條時間軸。一件爭議走完兩天到五天,而最花時間的是中間這兩段 —— 撈數據跟判讀,佔全程五成到八成八。慢的原因是同一個:模型看不到畫面外的東西。速限多少、那面牌是什麼,人得自己離開畫面去查。所以我要導入的是爭議回覆自動化,第八到十六週:機器把影片、客戶問題、規則一起讀進來,做完分析給出事實結果,並標出它引用到的證據在第幾秒;人工最後審閱,並給出內部覆核。這對所有案件都成立,不是只做其中一部分。導入之後,爭議回覆從兩到五天縮短到目標兩天內 ——一半來自證據包自動化,一半來自誤報量下降。而真正的差別在最下面那一句:人的時間從「找證據」換成「下判斷」。找證據機器做得比人快,下判斷只有人能做。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【這一頁的作用】這頁回答委員會最會問的兩題:為什麼是現在、為什麼是 AI 而不是加人。五段天數必須印出來,委員會才親眼看到 50%–87.5%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沒有它,這只證明「有件事很花時間」。同一頁又自己標明證據等級(營運端估計,非量測)並給出反向出口(推翻就轉排班),把核准變成一個低風險決定。而「排隊只有 0–1 天」那一格先把「加人或排班就解得掉」的反問堵掉:真正的延遲落在模型碰得到的那兩段,不在隊列上。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AI 現在判錯的兩個原因】　目標 75 秒 · 累計 4:17</a:t>
            </a:r>
          </a:p>
          <a:p/>
          <a:p>
            <a:r>
              <a:t>★ 八成三的誤報錯在同一件事:答案不在畫面裡 —— 而那份資料公司手上就有。</a:t>
            </a:r>
          </a:p>
          <a:p/>
          <a:p>
            <a:r>
              <a:t>· 誤報分兩種:假判錯(客戶不懂判定邏輯,機器其實判對)與真判錯 —— 兩條產品線都有</a:t>
            </a:r>
          </a:p>
          <a:p>
            <a:r>
              <a:t>· 片上數值已從樣本(4 台 · 23 工作天 · 1,647 筆)放大到一個 30 台的小車隊</a:t>
            </a:r>
          </a:p>
          <a:p>
            <a:r>
              <a:t>· 真判錯又分兩類:**畫面外**(速限讀不到 → 地圖資料補得上)與**畫面裡**(陰影光影、物體誤判 → 要更強的視覺模型);DMS 還多一條:判準不一致的標籤餵進去,訓練資料本身就是髒的</a:t>
            </a:r>
          </a:p>
          <a:p/>
          <a:p>
            <a:r>
              <a:t># ADAS 7,718 筆/月 → 誤報 780(10.1%) · DMS 4,635 筆/月 → 誤報 150(3.2%)</a:t>
            </a:r>
          </a:p>
          <a:p>
            <a:r>
              <a:t># 全部誤報 930 筆/月 · 同根因 772 筆/月 = 83% · 月事件 12,352 筆、每天 537 筆</a:t>
            </a:r>
          </a:p>
          <a:p>
            <a:r>
              <a:t># 放大倍數 7.5(4 台 → 30 台);每台車每工作日 17.9 筆</a:t>
            </a:r>
          </a:p>
          <a:p/>
          <a:p>
            <a:r>
              <a:t>⚠️ 必講「比例僅在此樣本內成立」—— 這句是這一頁所有數字的合法性來源</a:t>
            </a:r>
          </a:p>
          <a:p>
            <a:r>
              <a:t>⚠️ 放大列一定要接「同比例外推,W1–6 驗」——4 台車的錯誤樣態能不能代表 30 台,正是第六週要量的第一件事</a:t>
            </a:r>
          </a:p>
          <a:p>
            <a:r>
              <a:t>⚠️ 🚫 不可把 83% 跟第 2 頁的 2:8 相乘 —— 不同樣本、都是估計</a:t>
            </a:r>
          </a:p>
          <a:p>
            <a:r>
              <a:t>⚠️ 🔴 漏報(該報沒報)這一列已從片上拿掉(第 8 頁第 5 列已經寫過,片上重複)。他若問「那漏報呢」:發生在 Edge AI 端、**沒有事件紀錄**,只有客戶回報才知道,本案碰不到,要靠前端重訓 —— 這一條第 8 頁第 5 列印著「本案碰不到 → 不變」</a:t>
            </a:r>
          </a:p>
          <a:p>
            <a:r>
              <a:t>⚠️ ⚠️ 這一頁的車隊是 **30 台的小車隊**,跟第 2、5 頁的 3,000 筆/天 大型車隊不是同一個 ——表頭已寫明,講的時候也要說「一個 30 台的小車隊」,不要讓人以為是同一個客戶</a:t>
            </a:r>
          </a:p>
          <a:p/>
          <a:p>
            <a:r>
              <a:t>→ 換下一頁</a:t>
            </a:r>
          </a:p>
          <a:p/>
          <a:p>
            <a:r>
              <a:t>── 逐字備援 · 329 字(忘詞才看,不是拿來唸的)──</a:t>
            </a:r>
          </a:p>
          <a:p>
            <a:r>
              <a:t>那機器現在到底判錯在哪裡?這張表把兩條產品線的誤報拆開。先講假判錯:客戶不懂我們的判定邏輯,其實機器判對了 —— 兩邊都有。真判錯才是要修的:行車輔助是速限數值錯判、車前陰影光影、前車物體錯判;駕駛監控是駕駛行為因光線被誤判、還有物件誤判。這些指向不一樣的修法。速限被錯判是**畫面外**的問題 ——那面牌讀不出來,但地圖上有,把它讀進模型就補得上。光影跟物體誤判是**畫面裡**的問題,那要靠更強的視覺模型。駕駛監控還多一件事:判準不一致的標籤直接餵進去,訓練資料本身就是髒的,所以標註品質那一包排在模型前面,不是保守,是必要。合起來一個月九百三十筆誤報,其中七百七十二筆是同一個根因:交通標誌辨識,八成三。也就是說,八成三的誤報錯在同一件事 —— 答案不在畫面裡。那面牌模型讀不到,可是速限資料公司手上就有。這就是下一頁那兩台要做的事:把畫面外的資料讀進來。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【這一頁的作用】這頁的任務只有一個:量出「畫面外」到底有多大,把第 3 頁的因果句變成一個數字。第 3 頁說慢是因為證據不在畫面裡;這頁把一個真實車隊一個月的誤報拆開,指出八成三錯在同一件事 —— 答案不在畫面裡(那面速限牌模型讀不到,而那份資料公司手上就有);第 5 頁才有資格說要買兩台把畫面外的資料讀進來。三頁是同一條因果鏈。🔴 這頁**不是**在主張重訓偵測模型 —— 那是另一個案子;說成「這就是新 AI 要針對訓練的」會讓整頁跟本案脫鉤(Kenny 2026-08-16 指出)。誤報也先拆成假判錯(客戶不懂判定邏輯、機器其實判對)與真判錯,因為只有後者才是模型要修的,而前者正是證據包要解的。母體與證據等級全部自己標出來:一個 30 台的小車隊、每月 23 個工作天、由 4 台車 1,647 筆同比例放大,而比例能不能代表 30 台第 1–6 週驗。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選型與部署:兩層模型、兩台設備】　目標 66 秒 · 累計 5:24</a:t>
            </a:r>
          </a:p>
          <a:p/>
          <a:p>
            <a:r>
              <a:t>★ 兩台設備、兩層模型各自常駐 —— 同一個車隊,人的產能已經滿了,機器各只用掉一到二成。</a:t>
            </a:r>
          </a:p>
          <a:p/>
          <a:p>
            <a:r>
              <a:t>· ① 篩檢台 Qwen3.5 122B-A10B(4-bit,MoE 活化 10B):不讀小字,只決定要不要深看</a:t>
            </a:r>
          </a:p>
          <a:p>
            <a:r>
              <a:t>· ② 深挖台 Qwen2.5-VL 72B(8-bit):讀交通標誌,只跑爭議那 5–10%</a:t>
            </a:r>
          </a:p>
          <a:p>
            <a:r>
              <a:t>· 為什麼兩台:兩個模型各約 75 GB,一台 128 GB 得輪流載入;兩台各自常駐,不用換載</a:t>
            </a:r>
          </a:p>
          <a:p/>
          <a:p>
            <a:r>
              <a:t># DGX Spark × 2 · 各 128 GB · 273 GB/s · 合計 A$14,200–17,700</a:t>
            </a:r>
          </a:p>
          <a:p>
            <a:r>
              <a:t># 篩檢 3.4 秒/筆 × 3,000 = 2.8 小時 · 深挖 62 秒/筆 × 150–300 = 2.6–5.1 小時</a:t>
            </a:r>
          </a:p>
          <a:p>
            <a:r>
              <a:t># 一個車隊:篩檢台佔 12%、深挖台佔 11%–21% · 全客戶 13,000 筆:51% 與 46%–93%</a:t>
            </a:r>
          </a:p>
          <a:p/>
          <a:p>
            <a:r>
              <a:t>⚠️ 🚫 **不可說「8-bit 無損精度」** —— 8-bit 量化是有損的,只是損失小於 4-bit。評分者做 VLM,這句他會當場糾正</a:t>
            </a:r>
          </a:p>
          <a:p>
            <a:r>
              <a:t>⚠️ 所有秒數都要說「推算」—— 這些是我依公開實測頻寬算的,不是我們跑過的</a:t>
            </a:r>
          </a:p>
          <a:p>
            <a:r>
              <a:t>⚠️ 他若問「為什麼是 Qwen 不是別的」:開源、可地端、原生吃影片;而**選型本身也要在第 6 週那個檢查點,依前六週的量測再複核一次**</a:t>
            </a:r>
          </a:p>
          <a:p>
            <a:r>
              <a:t>⚠️ 他若問「4-bit 讀不讀得到小字」:讀不到 —— 所以那是深挖層的工作,篩檢層只做分流</a:t>
            </a:r>
          </a:p>
          <a:p>
            <a:r>
              <a:t>⚠️ 🔑 **設備第 6 週之後才買,不在第一段額度內** —— 今天要批的 A$18,700–20,900 本來就不含設備。台數不是變數:一台裝不下兩個模型,規劃就是兩台;第 6 週要複核的是選型與採購金額</a:t>
            </a:r>
          </a:p>
          <a:p>
            <a:r>
              <a:t>⚠️ 🚫 **不得寫成「用 A$1.4–1.8 萬取代數十萬的增聘」,也不得與設備價相減成 ROI** ——那是全片最堅持避開的話術;兩台仍只佔一個初階工程師年成本的 27%–38%</a:t>
            </a:r>
          </a:p>
          <a:p>
            <a:r>
              <a:t>⚠️ 他若問「為什麼一次買兩台不先買一台」:一台裝不下兩個模型(各約 75 GB),要輪流載入;兩台各自常駐</a:t>
            </a:r>
          </a:p>
          <a:p>
            <a:r>
              <a:t>⚠️ 🔴 **93% 要自己先說破**:全客戶 13,000 筆時深挖台佔用率下緣 46%、上緣 93% ——上緣那是**滿載**,不是成長空間,沒有尖峰餘裕也沒有維護視窗。第三台的觸發條件我寫成「深挖台日均佔用超過 70%」,第 6 週拿到量測後定</a:t>
            </a:r>
          </a:p>
          <a:p>
            <a:r>
              <a:t>⚠️ 🔴 他若問「瓶頸真的是頻寬嗎」:那句對的是**產出文字**那一段;**讀影片那一段吃的是算力**,我那 62 秒沒把它算進去,所以偏樂觀。實機量測第 6 週,而設備採購本來就排在第 6 週之後</a:t>
            </a:r>
          </a:p>
          <a:p>
            <a:r>
              <a:t>⚠️ 🔴 「各佔約 75 GB」只是**權重**,不含推論當下的快取;一段影片抽出來上萬個視覺 token,快取是十幾到數十 GB 的量級,而 128 GB 是 CPU/GPU 共用還要扣作業系統 —— 這也是實機才測得出來的</a:t>
            </a:r>
          </a:p>
          <a:p>
            <a:r>
              <a:t>⚠️ 🔴 他若問「篩檢台挑出來的跟客戶爭議是同一批嗎」:**不是**。爭議是客戶回頭標記才產生的,篩檢台預測不了客戶會標哪一筆;深挖台那 150–300 筆是爭議量(3,000 的 5–10%),不是篩檢台的輸出</a:t>
            </a:r>
          </a:p>
          <a:p>
            <a:r>
              <a:t>⚠️ 🔴 授權要分開講:兩顆條款不一樣,深挖台那顆走**通義千問自己的授權、不是 Apache 2.0**。🚫 不可說「它是開源的」—— 會被當場糾正。拿它的輸出訓練我們自己的模型這點已送法務</a:t>
            </a:r>
          </a:p>
          <a:p>
            <a:r>
              <a:t>⚠️ 🔴 他若問隱私:地端只解決「影像不出公司」,**不解決我在第 8 頁自己標紅的那條** ——內部調閱範圍與保存期限都會變大,而且地端沒有外部稽核。第一段就要交存取紀錄:誰、何時、調了哪一筆、為了哪件爭議,全量留檔可回溯</a:t>
            </a:r>
          </a:p>
          <a:p/>
          <a:p>
            <a:r>
              <a:t>→ 換下一頁</a:t>
            </a:r>
          </a:p>
          <a:p/>
          <a:p>
            <a:r>
              <a:t>── 逐字備援 · 292 字(忘詞才看,不是拿來唸的)──</a:t>
            </a:r>
          </a:p>
          <a:p>
            <a:r>
              <a:t>那要用什麼跑?兩個開源的視覺語言模型,都在地端,影像不外傳。第一台跑篩檢:它是 MoE,一百二十二 B 只活化十 B,算得快;它不讀小字,只做一件事 —— 決定這筆要不要深看。第二台跑深挖:讀得到交通標誌上的字,只處理客戶回頭爭議的那百分之五到十。為什麼是兩台不是一台?兩個模型各佔約七十五 G,而一台只有一百二十八 G ——一台就得輪流載入,兩台各自常駐,不用換載。設備是 NVIDIA DGX Spark,兩台合計約一萬四千二到一萬七千七澳幣;它的瓶頸不是算力,是記憶體頻寬,那決定吐字的速度。各位看最下面這一行:同一個車隊、同一天,人要二十九點八到四十二點九人時,而我們的產能只有四十;兩台機器各只用掉一到二成。而且擴到全客戶一萬三千筆,這兩台還撐得住 —— 再上去才需要第三台。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【這一頁的作用】委員會看到「地端 AI」第一個問題是「跑不跑得動、要買什麼」。這頁把選型收斂成三個可查的事實:記憶體裝不裝得下(兩個模型各約 75 GB vs 一台 128 GB)、瓶頸在哪(273 GB/s 記憶體頻寬,不是算力)、佔用率多少(一個車隊各只用掉一到二成)。所有秒數都自標「推算」、選型本身也押在第 6 週依量測複核 —— 這頁要建立的是「我知道我在買什麼,也知道我還沒量過什麼」,而不是一份效能承諾。🔴 全客戶那格上緣 93% 是滿載,不是成長空間,答辯時要自己先說破。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三條路,同一個目標:5 天壓到 2 天】　目標 90 秒 · 累計 6:53</a:t>
            </a:r>
          </a:p>
          <a:p/>
          <a:p>
            <a:r>
              <a:t>★ 調班只壓得到排隊那 0–1 天,而慢的五到八成八在撈數據跟判讀 —— 那一段只有 AI 壓得到。</a:t>
            </a:r>
          </a:p>
          <a:p/>
          <a:p>
            <a:r>
              <a:t>· 三條路同一個目標:爭議回覆 5 天壓到 2 天</a:t>
            </a:r>
          </a:p>
          <a:p>
            <a:r>
              <a:t>· 加人:全段都快一點,但量幾倍人就幾倍(17–24 人),而且編制停不下來</a:t>
            </a:r>
          </a:p>
          <a:p>
            <a:r>
              <a:t>· 調班:只壓得到排隊那 0–1 天,而且是從研發挖人 —— 其他研發進度會往後推</a:t>
            </a:r>
          </a:p>
          <a:p>
            <a:r>
              <a:t>· 地端 AI:壓的是撈數據 + 判讀那 50–87.5%,前期投入一次,三個檢查點都能停</a:t>
            </a:r>
          </a:p>
          <a:p/>
          <a:p>
            <a:r>
              <a:t># 一筆爭議 5.25 分鐘 · 全客戶一天 13,000 筆 = 129.1–185.9 人時 ÷ 8 小時 = 17–24 人</a:t>
            </a:r>
          </a:p>
          <a:p>
            <a:r>
              <a:t># 🔴 現有 5 人一天只有 40 人時 —— 一天進來的量要 3–5 天才看得完</a:t>
            </a:r>
          </a:p>
          <a:p>
            <a:r>
              <a:t># 第 6 週要量的三件事:一筆分析確切多久 · 目前維護的車隊規模 · 今年的成長預估</a:t>
            </a:r>
          </a:p>
          <a:p>
            <a:r>
              <a:t># 第 6 週檢查點:找證據 + 判讀真的是主要延遲才往下做</a:t>
            </a:r>
          </a:p>
          <a:p/>
          <a:p>
            <a:r>
              <a:t>⚠️ 🚫 不要說「次線性」「成本形狀」—— 講「量再長也不會等比長」</a:t>
            </a:r>
          </a:p>
          <a:p>
            <a:r>
              <a:t>⚠️ 🚫 這一頁不要再提規則式比對與公司既有雲端規劃 —— 兩者都不是選項。他若問「規則式呢」:那是我自己要做的對照組,在第 10 頁;他若問「跟現有雲端規劃重不重複」:還在研擬,第 6 週前釐清邊界(第 11 頁)</a:t>
            </a:r>
          </a:p>
          <a:p>
            <a:r>
              <a:t>⚠️ 🔴 第 6 週那一關量的是**會浮動的三件事**,不是「確認我們已經知道的瓶頸」——事件量本來就是浮動的,一個月的樣本推不出全年;而「量變大時成本怎麼長」那一整欄的論證,靠的就是「一筆多久」和「量長多快」。沒有這兩個數字,加人夠不夠、AI 值不值得,兩邊都只是在猜</a:t>
            </a:r>
          </a:p>
          <a:p>
            <a:r>
              <a:t>⚠️ 🔴 17–24 人那格片上只放得下算式,**兩個還沒驗的假設要用講的**:① 批次複核 20 秒/筆 ② 全客戶的案件組合跟這個樣本一樣。徽章已經寫了「推算,不是核定編制」,但被追問時要主動說出這兩條</a:t>
            </a:r>
          </a:p>
          <a:p>
            <a:r>
              <a:t>⚠️ 🔴 調班那一列**一定要把研發代價講出來**(Kenny 指定):那 7 位是從研發挖來的,轉成正式編組等於長期把研發人力綁在複核上,其他研發進度往後推 —— 這是它真正的成本,不是現金。🚫 但這是**陳述代價不是貶低它**,判斷仍留給第 6 週那個檢查點</a:t>
            </a:r>
          </a:p>
          <a:p>
            <a:r>
              <a:t>⚠️ 🔴 **不要替委員會下判決。**「拒絕」「採用」是有決定權的人才用的詞,提案人只給事實,連「我不建議」都不要說 —— 那一樣是在替他們下結論。三欄擺出來結論自己會浮出來;加評語只會讓這一頁從「比較」變成「推銷」</a:t>
            </a:r>
          </a:p>
          <a:p/>
          <a:p>
            <a:r>
              <a:t>→ 換下一頁</a:t>
            </a:r>
          </a:p>
          <a:p/>
          <a:p>
            <a:r>
              <a:t>── 逐字備援 · 394 字(忘詞才看,不是拿來唸的)──</a:t>
            </a:r>
          </a:p>
          <a:p>
            <a:r>
              <a:t>要把五天壓到兩天,路有三條,我都算過。加人最直覺,全段都會快一點,但成本跟量一起長 —— 量幾倍,人就要幾倍,覆蓋全客戶要十七到二十四個人,而且編制是常態支出,停不下來。換個講法各位會更有感:現在這五個人一天只有四十個人時,而全客戶一天進來的量要一百二十九到一百八十六個人時 ——**一天的量,現在要三到五天才看得完**,所以每過一天,積壓就多一天。第二條是調班加尖峰支援,把現在徵調的七位研發轉成正式編組。它便宜,而且隨時可以停、退回原班表。但它有兩件事要請各位一起看:第一,時效那一欄 —— 它只壓得到排隊那零到一天;第二,成本那一欄 —— 這七個人是從研發挖過來的,量越大挖越兇,我們其他的研發進度就往後推。那筆錢不是付現金,是付在進度上。第三條才是本案:地端 AI 事件判讀,讀懂事件脈絡、產出證據包。它壓的是撈數據跟判讀那五成到八成八,也就是真正慢的那一段;前期投入一次,之後量再長也不會等比長,而且三個檢查點都可以停。這三條我沒有替各位打分數 —— 差別就在這三欄:壓得到哪一段、量變大時會怎樣,以及能不能反悔。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【這一頁的作用】這頁要讓委員會相信一件事:這個 AI 提案是**被比較過的**,而且比較的標準跟他們要的東西同一把尺。三條路同一個目標(爭議回覆 5 天壓到 2 天),四個欄位並排:做什麼、能壓到哪一段時間、量變大時成本怎麼長、能不能反悔。🔴 表上**不放判決欄**。Kenny 2026-08-16:「你是主管嗎?你去幫我們決定拒絕幹嘛」「你為什麼要去多加這些話去引導」——他是對的:整份提案的立場是「喊停的權力在你們手上」,而一個 ❌ 拒絕就把那個權力收走了;「我不建議」也一樣是在替他們下結論。三欄事實擺出來,結論自己會浮出來 ——加人要 17–24 人而且停不下來,AI 前期投入一次、三個檢查點都能停。加了評語反而會把這一頁從「比較」變成「推銷」。🔑 時效那一欄是本頁的勝負手:第 3 頁自己寫「排隊只有 0–1 天,那是排班解得掉的唯一一段」,把那個數字搬過來,「為什麼不直接調班就好」這個最便宜的反問就被提案自己的數字答掉了。🔴 這頁不列規則式比對與公司既有雲端規劃:前者是本案自己的第 3 件事(第 10 頁,AI 的對照組),後者還在研擬。把不是選項的東西列進選項表,只會讓委員會不知道要選哪一個。🔴 右卡那一關量的是**會浮動的三件事**(一筆分析確切多久、目前維護的車隊規模、今年的成長預估),不是「花六週確認我們已經知道的瓶頸」。Kenny 2026-08-16:「事件量是一個浮動數,你只能在這六週統計出我們現有的分析確切時間、車隊維護和今年的成長預估」——他是對的:一個月的樣本推不出全年,而「量變大時成本怎麼長」那一整欄的論證,靠的就是「一筆多久」和「量長多快」這兩個數字。沒有它們,加人夠不夠、AI 值不值得,兩邊都只是在猜。那一關同時留了一個通向不做本案的出口,核准因此是一個低風險決定。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八條風險,前三條是 AI 特有的】　目標 65 秒 · 累計 7:58</a:t>
            </a:r>
          </a:p>
          <a:p/>
          <a:p>
            <a:r>
              <a:t>★ 八條風險,前三條是 AI 特有的 —— 而每一條我都寫了怎麼知道它發生了。</a:t>
            </a:r>
          </a:p>
          <a:p/>
          <a:p>
            <a:r>
              <a:t>· 機器會講錯但講得很順 → 每一句都要標出引用的證據在第幾秒</a:t>
            </a:r>
          </a:p>
          <a:p>
            <a:r>
              <a:t>· 髒標註會一路傳下去 → 黃金題 + 抽樣雙人複核</a:t>
            </a:r>
          </a:p>
          <a:p>
            <a:r>
              <a:t>· 人看到答案就不再自己想 → 我的決定是介面不顯示機器的信心分數</a:t>
            </a:r>
          </a:p>
          <a:p/>
          <a:p>
            <a:r>
              <a:t># 八條風險 · 只有第 8 條(法律舉證)沒有解</a:t>
            </a:r>
          </a:p>
          <a:p/>
          <a:p>
            <a:r>
              <a:t>⚠️ 🚫 不要說「緩解」「偵測訊號」「NIST」—— 講「怎麼防」「怎麼知道它發生了」</a:t>
            </a:r>
          </a:p>
          <a:p>
            <a:r>
              <a:t>⚠️ 防法的**代價**要一起講(不顯示信心會拖慢複核)—— 那才顯得是真的想過</a:t>
            </a:r>
          </a:p>
          <a:p>
            <a:r>
              <a:t>⚠️ 第 8 條要說「我沒有答案,法務第 6 週前給書面意見」—— 承認比硬掰有力</a:t>
            </a:r>
          </a:p>
          <a:p/>
          <a:p>
            <a:r>
              <a:t>── 錄影提示(不唸)──</a:t>
            </a:r>
          </a:p>
          <a:p>
            <a:r>
              <a:t>· 錄影標記:唸完「第八條我沒有答案,由法務在第六週前給書面意見」整句後,畫面停在最後那條風險的紅色虛線圈上靜止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/>
          <a:p>
            <a:r>
              <a:t>→ 換下一頁</a:t>
            </a:r>
          </a:p>
          <a:p/>
          <a:p>
            <a:r>
              <a:t>── 逐字備援 · 287 字(忘詞才看,不是拿來唸的)──</a:t>
            </a:r>
          </a:p>
          <a:p>
            <a:r>
              <a:t>選了這條路,我先講它會出什麼事。八條風險,前三條是 AI 特有的。第一,機器會講錯,但講得很順 —— 錯的描述跟對的一樣通順,比一個錯的數字更難察覺。所以我要求它輸出的每一句都要標出引用的證據在第幾秒。第二,髒標註會一路傳下去。判準不一致的標籤餵進去,錯誤會沿著訓練流程放大。第三,人看到機器給的答案就不再自己想。所以我的決定是:介面不顯示機器的信心分數。但那個防法有代價 —— 不顯示會拖慢複核,衝到時效。這一格我也寫在表上。剩下五條是專案風險:駕駛不能申訴、複核人員的角色會變、六個月證不出回本、高階不參與就會擱置,以及第八條 —— 曾判為誤報的紀錄在法律舉證裡算什麼。第八條我沒有答案,由法務在第六週前給書面意見。其餘七條,每一條我都寫了「怎麼知道它發生了」。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6 點:原版 2D 位移圖看得到「移動了多少」卻看不到「哪一條對應什麼解法」。改成一列一條風險、同一列並排「怎麼防」→「防了要付什麼代價」→「怎麼知道它發生了」,委員會掃一行就答得出「這條誰負責、壞了怎麼知道」。本頁的說服力來自兩件事:①主動承認有一條沒有解;②原本兩條由「機器自己結案」衍生的風險,在那條線拿掉後一併移除 —— 刪風險的理由寫在片上,不是悄悄消失。成功可能性標在每條風險名右側,補上評分要求的第三個維度。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倫理代價:逐條對過八原則,沒有一條綠燈】　目標 43 秒 · 累計 8:42</a:t>
            </a:r>
          </a:p>
          <a:p/>
          <a:p>
            <a:r>
              <a:t>★ 八條原則沒有一條是綠燈 —— 而會變差的只有兩條,我沒有藏。</a:t>
            </a:r>
          </a:p>
          <a:p/>
          <a:p>
            <a:r>
              <a:t>· 人還是逐筆判 → 以人為本不變;同樣人力接得住更多 → 福祉與公平性改善</a:t>
            </a:r>
          </a:p>
          <a:p>
            <a:r>
              <a:t>· 🔴 第 4 條隱私**會變差**:為了讀脈絡,影像調閱與紀錄保存都要擴大</a:t>
            </a:r>
          </a:p>
          <a:p>
            <a:r>
              <a:t>· 🔴 第 7 條可申訴性**從頭到尾不及格**:駕駛本人不能對一筆判定提出質疑</a:t>
            </a:r>
          </a:p>
          <a:p/>
          <a:p>
            <a:r>
              <a:t># 澳洲 AI 倫理八原則(2019)</a:t>
            </a:r>
          </a:p>
          <a:p/>
          <a:p>
            <a:r>
              <a:t>⚠️ 🚫 不要再講「移交後」「天花板」「850 筆沒人看過」—— 那條線已經拿掉了</a:t>
            </a:r>
          </a:p>
          <a:p>
            <a:r>
              <a:t>⚠️ 這一頁的價值在**主動揭露**:兩條變差的自己講出來,其餘六條才會被信</a:t>
            </a:r>
          </a:p>
          <a:p/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/>
          <a:p>
            <a:r>
              <a:t>→ 換下一頁</a:t>
            </a:r>
          </a:p>
          <a:p/>
          <a:p>
            <a:r>
              <a:t>── 逐字備援 · 190 字(忘詞才看,不是拿來唸的)──</a:t>
            </a:r>
          </a:p>
          <a:p>
            <a:r>
              <a:t>這一頁是這個方案的代價。我拿澳洲 AI 倫理八原則逐條對過,沒有一條是綠燈。多數是持平或改善:人還是逐筆判,所以以人為本那條不變;同樣人力接得住更多、涵蓋率提高,福祉跟公平性反而改善。但有兩條要盯。第四條隱私會變差 —— 為了讀脈絡,影像調閱範圍跟判定紀錄的保存都會擴大。第七條可申訴性,從頭到尾不及格:只有車隊安全主管能標記,駕駛本人不能對一筆判定提出質疑,導入之後還是不能。我沒有把這兩條藏起來,因為它們是這個方案真正的代價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7 點的後半:這一頁先用標題回答「為什麼一個 AI 提案要談倫理」—— 因為這個方案會決定「誰的案子被人看過」,那是它的代價,不是外掛的合規章節。現在人仍然每一筆都判,所以最尖銳的那幾條還沒爆;但覆蓋是配給的、依客戶大小排序,而這個提案會讓機器的判斷開始影響人怎麼看 —— 那就是倫理風險的入口。全頁沒有綠燈不是失分,是把「還沒解的事」寫成可稽核的待辦清單,也把前六週的預算正當化成把紅燈變回琥珀的唯一路徑。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怎麼算成功 —— 以及什麼情況要喊停】　目標 47 秒 · 累計 9:29</a:t>
            </a:r>
          </a:p>
          <a:p/>
          <a:p>
            <a:r>
              <a:t>★ 上面八條是你買到的東西,下面三條是你隨時喊停的權力 —— 而煞車是我自己裝的。</a:t>
            </a:r>
          </a:p>
          <a:p/>
          <a:p>
            <a:r>
              <a:t>· 上面八條:回覆要幾天、每天處理幾筆、誤報率、要不要多請人</a:t>
            </a:r>
          </a:p>
          <a:p>
            <a:r>
              <a:t>· 下面三條任一沒過,上面八條的成績一律不算</a:t>
            </a:r>
          </a:p>
          <a:p>
            <a:r>
              <a:t>· 現在訂不出目標值的,我寫明第幾週由誰來訂 —— 不留空白</a:t>
            </a:r>
          </a:p>
          <a:p/>
          <a:p>
            <a:r>
              <a:t># 三條喊停:兩個人判同一段影片答案一不一樣 · 訓練資料來源要 100% 查得到 · 機器的描述會不會讓人判得更差</a:t>
            </a:r>
          </a:p>
          <a:p/>
          <a:p>
            <a:r>
              <a:t>⚠️ 🚫 不要說「保證」——上面那八條有一半今天還沒有基線,講的是「第幾週交」</a:t>
            </a:r>
          </a:p>
          <a:p>
            <a:r>
              <a:t>⚠️ 「訓練資料查得到來源」要講 100%,沒有中間值 —— 這是唯一不接受折衷的一條</a:t>
            </a:r>
          </a:p>
          <a:p/>
          <a:p>
            <a:r>
              <a:t>→ 換下一頁</a:t>
            </a:r>
          </a:p>
          <a:p/>
          <a:p>
            <a:r>
              <a:t>── 逐字備援 · 208 字(忘詞才看,不是拿來唸的)──</a:t>
            </a:r>
          </a:p>
          <a:p>
            <a:r>
              <a:t>怎麼算做成了。上面八條是效益,下面三條是喊停條件。最上面那條是客戶等多久拿到分析,現在兩到五天,我要做到兩天內 —— 這是我提的目標,不是已經簽的協議。中間有幾條今天還沒有基線,我不硬編數字,我寫的是第幾週交、由誰訂。下面三條請各位特別看:第一,同一段影片給兩個人判,答案一不一樣,這件事公司從來沒量過。第二,訓練資料查不查得到來源,要百分之百,沒有中間值。第三,機器寫的說明會不會反而讓人判得更差 —— 這條我用盲測驗,比對照組差就不放行。這三條任一沒過,上面八條的成績一律不算。</a:t>
            </a:r>
          </a:p>
          <a:p/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面八條告訴他們這筆錢買的是客戶等多久拿到分析,不是準確率;②下面三條讓他們知道自己手上握著喊停的權力,尤其「機器寫的說明會不會讓人判得更差」那一條 —— 那是本案自己製造的風險,由提案人主動列出來並綁上盲測;③每一個今天訂不出的目標值都寫明第幾週、由誰訂,把「訂不出來」變成可稽核的紀律,而不是含糊。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六個月分三段做,三個喊停點】　目標 54 秒 · 累計 10:22</a:t>
            </a:r>
          </a:p>
          <a:p/>
          <a:p>
            <a:r>
              <a:t>★ 六個月分三段做,每一段做完都可以喊停 —— 你不必一次押六個月。</a:t>
            </a:r>
          </a:p>
          <a:p/>
          <a:p>
            <a:r>
              <a:t>· 六件事裡只有一件真的用到 AI,而且排在最後面</a:t>
            </a:r>
          </a:p>
          <a:p>
            <a:r>
              <a:t>· 前面三件都在把 AI 要吃的東西準備好:量現況 → 寫判斷手冊 → 先用規則補</a:t>
            </a:r>
          </a:p>
          <a:p>
            <a:r>
              <a:t>· 三個喊停點寫的是「什麼情況要停」,不是「什麼情況算過」</a:t>
            </a:r>
          </a:p>
          <a:p/>
          <a:p>
            <a:r>
              <a:t># 第 6 週 · 第 12 週 · 第 24 週</a:t>
            </a:r>
          </a:p>
          <a:p>
            <a:r>
              <a:t># 第 12 週比三種做法:現在的做法 / 只加規則不加 AI / 加上 AI</a:t>
            </a:r>
          </a:p>
          <a:p/>
          <a:p>
            <a:r>
              <a:t>⚠️ 🔑 「只加規則不加 AI」那一種是刻意做的對照組 —— 沒有它,「AI 到底有沒有用」永遠是各說各話</a:t>
            </a:r>
          </a:p>
          <a:p>
            <a:r>
              <a:t>⚠️ 🚫 不要說「AI 自動結案」—— 機器寫的結論一律先給人看過才對外</a:t>
            </a:r>
          </a:p>
          <a:p/>
          <a:p>
            <a:r>
              <a:t>→ 換下一頁</a:t>
            </a:r>
          </a:p>
          <a:p/>
          <a:p>
            <a:r>
              <a:t>── 逐字備援 · 236 字(忘詞才看,不是拿來唸的)──</a:t>
            </a:r>
          </a:p>
          <a:p>
            <a:r>
              <a:t>六個月分三段做,每一段做完都可以喊停。六件事裡只有一件真的用到 AI,而且排在最後面。前面三件都在把 AI 要吃的東西準備好:先量出現在多準、多慢,再寫一本大家判得一樣的手冊,然後不用 AI、先用寫死的規則把脈絡補上。規則那一版是刻意做的,它是 AI 的對照組 —— 沒有它,AI 到底有沒有用永遠是各說各話。三個喊停點。第六週先確認慢的原因真的是找證據;不是,就停,改去調排班。第十二週三種做法擺在一起比;AI 沒比規則好,就縮規模,但實驗一定做完。第二十四週決定要不要真的用;證不出來,AI 這段就不上線,可是前面量出來的東西和那本手冊會留下來。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【這一頁的作用】這頁要讓委員會相信兩件事,而不是相信「我有計畫」。第一:六件事裡只有一件是 AI,其餘五件不是繞路 —— 沒有一組鎖死的考題就量不出模型判得準不準,判準不一致的答案餵給模型就是垃圾進垃圾出,所以順序本身就是風險控制。第二:三個喊停點寫的都是「什麼條件下這個案子會停」——第 6 週可以整案轉向排班,第 24 週可以直接不上線。第 12 週的三種做法則正面回答答辯必問的那題:「你怎麼證明是 AI 的功勞」—— 因為有一組刻意不含 AI 的規則版當對照組。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這件事要花多少錢】　目標 56 秒 · 累計 11:18</a:t>
            </a:r>
          </a:p>
          <a:p/>
          <a:p>
            <a:r>
              <a:t>★ 我今天只請你核准前六週:四點八五人月、約一萬八千七到兩萬零九百澳幣,再指定一位主管。</a:t>
            </a:r>
          </a:p>
          <a:p/>
          <a:p>
            <a:r>
              <a:t>· 錢主要花在人身上,不是機器 —— 機器只佔一小塊</a:t>
            </a:r>
          </a:p>
          <a:p>
            <a:r>
              <a:t>· 不做這件事,用現在的做法覆蓋全部客戶要再請十二到十九個人</a:t>
            </a:r>
          </a:p>
          <a:p>
            <a:r>
              <a:t>· 做了能少請幾個,我今天不給數字 —— 第 16 週量出來才算數</a:t>
            </a:r>
          </a:p>
          <a:p/>
          <a:p>
            <a:r>
              <a:t># 4.85 人月 · A$18,700–20,900(是規劃,不是已核定的預算)</a:t>
            </a:r>
          </a:p>
          <a:p>
            <a:r>
              <a:t># 機器兩台 A$14,200–17,700;三年總花費約 A$2.9–5.2 萬</a:t>
            </a:r>
          </a:p>
          <a:p/>
          <a:p>
            <a:r>
              <a:t>⚠️ 🔴 **最後一句講正面那三樣**(查得到怎麼算的錯誤率 · 補脈絡的判斷層 · 對照實驗結果)—— 🚫 不要停在「不做的代價」。全片的最後一個印象就是這一句</a:t>
            </a:r>
          </a:p>
          <a:p>
            <a:r>
              <a:t>⚠️ 🚫 絕對不要講「省下多少錢」或把節省減掉設備價算 ROI —— 今天沒有那個數字,講了第一個問題就被問穿</a:t>
            </a:r>
          </a:p>
          <a:p>
            <a:r>
              <a:t>⚠️ 被問到匯率/薪資:直說 1 A$=NT$22.6(2026-08)和薪資量級都是我自己設的假設,是量級不是報價</a:t>
            </a:r>
          </a:p>
          <a:p>
            <a:r>
              <a:t>⚠️ 🔴 三年總花費裡近一半到六成是「有人要顧它」的人力,不是機器 —— 這句要主動講</a:t>
            </a:r>
          </a:p>
          <a:p/>
          <a:p>
            <a:r>
              <a:t>→ 換下一頁</a:t>
            </a:r>
          </a:p>
          <a:p/>
          <a:p>
            <a:r>
              <a:t>── 逐字備援 · 246 字(忘詞才看,不是拿來唸的)──</a:t>
            </a:r>
          </a:p>
          <a:p>
            <a:r>
              <a:t>最後是錢。錢主要花在人身上,不是機器。六個月十八點二人月,大約七萬到七萬九澳幣;機器兩台一萬四千二到一萬七千七,三年連電費、延長保固、還有人要顧它,加起來大約兩萬九到五萬二 —— 其中近一半到六成是顧它的人力,不是機器本身。不做這件事會怎樣?用現在的做法要覆蓋全部客戶,得從五個人加到十七到二十四個人。做了以後能少請幾個,我今天不給數字 —— 第十六週量出每筆省多少人力,才算得出來。我今天只請你核准前六週:四點八五人月、一萬八千七到兩萬零九百澳幣,再指定一位主管。六個月後你手上會多三樣:一份查得到怎麼算的錯誤率、一層補脈絡的判斷,還有一份對照實驗的結果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【這一頁的作用】這頁要在委員會心裡完成三次收斂。第一次:看到「地端 AI」就問「那台機器多少錢」——設備價、三年總花費、以及其中近一半到六成其實是顧它的人力,三秒內收斂成「成本主體是人,不是設備」,避免答辯變成硬體採購的離題辯論。第二次:所有金額都標明是量級不是報價、假設輸入印在畫面上、五項未估價成本逐項列名 ——誠實度不能在唯一的金額上破功。第三次也是最關鍵的一次:🔴 明講「做了以後能少請幾個人,我今天不給數字」。原本那個「可避免 5–13 人」是建立在移交後八成五自動結案上的,那條線拿掉後它就不成立;與其換個算法硬留一個數字,不如當場說它第 16 週才算得出來 —— 委員會看到的是一個先幫他們算好帳、並把喊停權力交回去的人。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參考文獻(不佔十頁額度)】　目標 5 秒 · 累計 11:23</a:t>
            </a:r>
          </a:p>
          <a:p/>
          <a:p>
            <a:r>
              <a:t>★ 以上引用依 APA 第七版列出。</a:t>
            </a:r>
          </a:p>
          <a:p/>
          <a:p>
            <a:r>
              <a:t>⚠️ 這一頁不佔十頁額度,5 秒帶過</a:t>
            </a:r>
          </a:p>
          <a:p/>
          <a:p>
            <a:r>
              <a:t>→ 換下一頁</a:t>
            </a:r>
          </a:p>
          <a:p/>
          <a:p>
            <a:r>
              <a:t>── 逐字備援 · 21 字(忘詞才看,不是拿來唸的)──</a:t>
            </a:r>
          </a:p>
          <a:p>
            <a:r>
              <a:t>這些是本提案引用的公開文獻,完整清單在這一頁。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六個月、三道決策門的提案計畫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光是一個車隊,五個人要看完三千支影片;而客戶要的答案,兩天內。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895344"/>
            <a:ext cx="981425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我們客戶是車隊,包含物流 · 客運 · 礦業;車上裝我們的鏡頭與車機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鏡頭偵測到一次危險駕駛 → 記一筆「事件」(影片 + 時間地點 + 系統分類)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客戶回頭說「這筆 AI 判錯了」= 一次「爭議」—— 由人重看影片才判得出來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單一大型車隊約 3,000 筆事件/天 · 部門僅 5 位專職分析人員逐筆看,而客戶還在持續增長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84064"/>
            <a:ext cx="79397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Edge AI → Server AI 兩段已自動化;停在第三關的人工複核 —— 一個車隊一天就吃掉 5 個人的產能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前端 · Edge AI ↔ Server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3895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3895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車機 Edge AI 初判 → Server AI 複判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判定屬實 → 回傳裝置向駕駛警示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自動化到這裡就停了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9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人工複核防線 · 5 位專職分析人員 · 逐筆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58327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8327" y="2505456"/>
            <a:ext cx="1185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沒有自動化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客戶回頭說「這筆 AI 判錯了」= 一次爭議(約 5–10%)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每一筆:打開事件檔 → 看 AI 當時依什麼判 → 回信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分兩種:客戶誤解規格 vs 真誤報,約 2:8〔概估,W6 匯總〕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① 例行批次複核 · 全量,每一筆都看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3,000 筆 × 20 秒 = 16.7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營運端的實務估計,尚未以計時量測驗證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24931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1235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② 客戶爭議 · 再打開深看第二次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1235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150–300 筆 × 5.25 分 = 13.1–26.2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由一次實際判讀反推;單一批次,非長期平均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605271"/>
            <a:ext cx="965880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合計 29.8–42.9 人時/天　vs　產能 40 人時/天(5 人 × 8 小時)—— 上緣已超過,而這只是一個客戶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126480"/>
            <a:ext cx="45720" cy="3200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6099048"/>
            <a:ext cx="211694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6481" y="6099048"/>
            <a:ext cx="278791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讀懂一次事件的完整脈絡:影片 + 客戶問題 + 規則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4123" y="6099048"/>
            <a:ext cx="4333323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慢的成因是證據不在畫面裡,而要建的能力正是把畫面外的東西讀進來;全客戶 13,000+ 筆/天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最花時間的兩段佔 50%–88%,把它自動化 → 爭議回覆目標 2 天內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導入「爭議回覆自動化」(第 8–16 週的工作包):機器做分析給出事實結果,人工審閱並給出內部覆核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2.0–5.0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527381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85749" y="2194560"/>
            <a:ext cx="1527381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85749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5749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13131" y="2194560"/>
            <a:ext cx="6109527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3131" y="2240279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3131" y="2478024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22659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2659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2659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77993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77993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77993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85749" y="2852928"/>
            <a:ext cx="763690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85749" y="2944368"/>
            <a:ext cx="763690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可處理段:撈數據 + 判讀 = 1.5–3.5 天 = 全程的 50%–87.5%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2.0–5.0 天;50%–87.5% 由五段各自獨立取端點、窮舉 32 組求得。非 AI 段只佔 12.5%–50%,而排隊本身只有 0–1 天 —— 那是排班解得掉的唯一一段。⚠ 這五段天數是營運端的估計,不是計時量測;前六週交出正式量測,若正式拆解推翻它,本案轉排班方案(第 6 週那個喊停點判)。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87705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84962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導入什麼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8358" y="3849624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自動證據包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4839" y="3849624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讀 影片 + 客戶問題 + 規則,產出可讀描述並標出引用的證據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38140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353972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怎麼導入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68358" y="4353972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爭議回覆自動化 · 第 8–16 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4839" y="4353972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對 100% 案件成立;機器做分析給出事實結果,人工審閱並給出內部覆核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885753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85832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導入之後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68358" y="4858321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爭議回覆 2–5 天 → 目標 2 天內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4839" y="4858321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〔提案目標,未簽協議〕W16 後量測;一半靠證據包,一半靠誤報量下降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871289"/>
            <a:ext cx="9658807" cy="639238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7" y="5871289"/>
            <a:ext cx="9293047" cy="639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導入後同一批爭議:人的時間從「找證據」換成「下判斷」—— 找證據機器快,下判斷只有人能做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AI 現在判錯的兩個原因 —— 一個缺脈絡,一個缺判準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數值已從樣本(4 台車 · 23 個工作天 · 1,647 筆)同比例放大到一個 30 台的小車隊;比例能不能代表 30 台,前六週驗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26586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/>
                <a:gridCol w="4132484"/>
                <a:gridCol w="413248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一個 30 台的小車隊 · 每月(23 工作天)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7,718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4,635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780 筆(10.1%)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 筆(3.2%)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假判錯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真判錯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速限數值錯判 · 車前陰影光影 · 前車物體錯判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駕駛行為因光線誤判 · 物件誤判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🔴 要補的是「畫面外」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速限→讀進地圖資料;光影/物體→更強的視覺模型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光線/物件→更強的視覺模型;判準→先統一標註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456971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4228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全部誤報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4542281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930 筆/月(每天 40 筆)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9114" y="4542281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行車輔助 780 + 駕駛監控 150;月事件 12,352 筆、每天 537 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074062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5046630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5046630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772 筆/月 = 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9114" y="5046630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樣本原值 103 / 124;同比例放大不改變比例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八成三的誤報,錯在同一件事:答案不在畫面裡 —— 那面牌模型讀不到,但速限資料公司手上就有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兩台設備、兩層模型各自常駐 —— 不用換載,也留得下成長空間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NVIDIA DGX Spark × 2 · 各 128 GB 統一記憶體 · A$14,200–17,700;瓶頸不是算力,是 273 GB/s 的記憶體頻寬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4241234"/>
                <a:gridCol w="424123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① 篩檢台 · 全量掃過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② 深挖台 · 只跑爭議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常駐模型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Qwen3.5 122B-A10B(4-bit)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Qwen2.5-VL 72B(8-bit)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為什麼是它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MoE 只活化 10B,算得快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保留較多細節,讀得到小字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這一台只做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決定「這筆要不要深看」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讀交通標誌,產出證據包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解析度 · 抽幀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640×360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1080p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每筆(推算)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3.4 秒(Batch=8)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62 秒(Batch=4)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一個車隊一天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3,000 筆 → 2.8 小時(佔 12%)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150–300 筆 → 2.6–5.1 小時(佔 11–21%)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39959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9684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為什麼兩台不是一台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3968496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兩個模型各佔約 75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9589" y="3968496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一台只有 128 GB,兩個模型得輪流載入;兩台就各自常駐,不用換載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5002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4728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為什麼分兩層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472844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讀小字要高解析度,高解析度就慢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9589" y="4472844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篩檢不讀小字,只挑出要深看的;讀小字只花在爭議那 5–10%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00462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97719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成長空間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8358" y="4977193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全客戶 13,000 筆/天也撐得住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589" y="4977193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篩檢台佔 51%、深挖台佔 46%–93%;再上去才需要第三台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864354"/>
            <a:ext cx="9658807" cy="646173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864354"/>
            <a:ext cx="9293047" cy="6461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同一車隊、同一天:人 29.8–42.9 人時(產能 40)· 兩台機器各只用掉一到二成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三條路我都算過:差別在壓得到哪一段、成本怎麼長、能不能反悔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同一個目標:爭議回覆 5 天壓到 2 天 —— 而慢的五到八成八在撈數據跟判讀,調班只壓得到排隊那 0–1 天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5054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2120617"/>
                <a:gridCol w="2120617"/>
                <a:gridCol w="2120617"/>
                <a:gridCol w="212061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能壓到哪一段時間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量變大時成本怎麼長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能不能反悔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65239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增聘複核人力,覆蓋全客戶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全段都快一點,但要 17–24 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量幾倍,人就幾倍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停不下來,編制是常態支出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87147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調班 + 尖峰支援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徵調的 7 位研發轉正式編組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只壓得到排隊那 0–1 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一樣跟量走,而且是從研發挖人 —— 量越大挖越兇,其他研發進度就往後推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隨時可停,退回原班表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652399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③ 地端 AI 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壓的是撈數據 + 判讀那 50–87.5%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前期投入一次,之後量長也不等比長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三個檢查點都可以停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389120"/>
            <a:ext cx="4756251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4517136"/>
            <a:ext cx="45367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① 光靠加人要幾個人?算給各位看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56967" y="5138928"/>
            <a:ext cx="15590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56967" y="5138928"/>
            <a:ext cx="15590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推算,不是核定編制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522976"/>
            <a:ext cx="4536795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一筆爭議 5.25 分鐘 · 全客戶一天 13,000 筆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= 129.1–185.9 人時 ÷ 8 小時 = 要 17–24 個人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現有 5 人一天 40 人時 → 一天的量要看 3–5 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60923" y="4389120"/>
            <a:ext cx="4756251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70651" y="4517136"/>
            <a:ext cx="45367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事件量是浮動的 —— 第 6 週先把基準量出來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9033" y="5138928"/>
            <a:ext cx="178003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9033" y="5138928"/>
            <a:ext cx="17800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這一關沒過就不往下做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70651" y="5522976"/>
            <a:ext cx="4536795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現在一筆分析確切要多久 —— 用計時的,不是估的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② 目前維護的車隊規模 ③ 今年的成長預估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量出來不是「找證據」最慢 → 改做調班,後面不做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八條風險,前三條是 AI 特有的 —— 每一條都寫了怎麼知道它發生了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原本有兩條「機器自己結案」的風險,那條線不做了,所以一起拿掉;剩八條,只有一條我沒有解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6" cy="3988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682489"/>
                <a:gridCol w="2682489"/>
                <a:gridCol w="26824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怎麼防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防的代價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怎麼知道它發生了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1 機器講錯但講得很順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輸出可讀描述 + 標出引用的證據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錯的描述一樣通順,比錯數字難察覺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人推翻機器判定的比例不降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2 髒標註會一路傳下去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黃金題 + 抽樣雙人複核 + 快照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雙人複核成本近倍增,靠抽樣控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交通標誌根因佔比偏離 83%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3 人看到答案就不再自己想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介面不顯示機器的信心分數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不顯示會拖慢複核,衝到時效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盲測組與對照組差異超過容忍值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4 駕駛本人不能申訴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申訴管道到位前,產出不供個人考核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限制用途會降低客戶採用意願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駕駛申訴無處可收,件數恆為零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5 複核人員的角色會變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轉型說明 + 判準手冊一起編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一起編會拉長判準定案的時間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團隊留任率或參與率下滑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6 六個月內證不出回本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三個檢查點分段給錢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分段給錢讓長週期的工作難排人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檢查點的單位成本改善低於門檻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7 高階不參與就會擱置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指定贊助人,他出席才放行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檢查點增加會議與治理成本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連續兩次檢查點沒有高階出席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曾判為誤報的紀錄,法律上算什麼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法務書面意見在第 6 週前到位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🔴 目前沒有可執行的緩解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客戶回頭標記時援引我方誤報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第 8 條我沒有答案 —— 由法務在第 6 週前給書面意見;其餘七條都寫明了怎麼知道它發生了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這個方案的倫理代價 —— 我逐條對過八原則,沒有一條是綠燈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澳洲 AI 倫理八原則(2019)。人仍逐筆判,所以多數持平或改善;但有兩條會變差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3988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67482"/>
                <a:gridCol w="3153738"/>
                <a:gridCol w="3153738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八條原則,逐條對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現況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導入之後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1 對人與社會的好處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同樣人力,量一直長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同樣人力接得住更多 → 改善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2 以人為本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人逐筆判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人還是逐筆判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3 公平性:誰的案子先被看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依客戶購買量排序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涵蓋率提高 → 改善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4 隱私:影像調閱與紀錄保存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現行調閱範圍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擴大調閱與保存 → 🔴 變差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5 可靠性:該報沒報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發生在 Edge AI 端,無紀錄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本案碰不到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6 透明:客戶知不知道是機器整理的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不適用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揭露到哪一層還沒定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7 可申訴:駕駛本人能不能質疑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🔴 不能,只有車隊主管能標記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還是不能 → 🔴 仍不及格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問責:某一筆判錯誰負責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複核者簽名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人仍簽名,但機器的建議誰負責未定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兩條要盯:隱私會變差(調閱範圍擴大),可申訴性從頭到尾不及格 —— 駕駛本人不能質疑判定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怎麼算成功 —— 而同一張表也寫明什麼情況要喊停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上面八條是效益;下面三條任一沒過,上面的成績一律不算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效益:八條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今天是多少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要做到多少 · 誰在第幾週訂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① 爭議回覆要幾天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天(估計,非量測)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天內〔提案目標,未簽協議〕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有多少客戶的案子被人看過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配給制,沒有紀錄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週先建立紀錄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每天要處理幾筆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單一大型車隊約 3,000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全客戶 13,000+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不做這案要增聘幾個人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覆蓋全客戶需 17–24 人(現有 5 人)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做了能省多少,第 16 週量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⑤⑥ 每筆要花多少人力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 20 秒估 · 爭議 5.25 分(單月樣本)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週交正式量測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⑦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 ≈ 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7% 以下(提案),第 12 週判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⑧ 客戶回頭爭議的比例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⑨ 尖峰徵調研發的人時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位,非常態編制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期內先建量測基準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4553712"/>
          <a:ext cx="10874957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2537490"/>
                <a:gridCol w="2537490"/>
                <a:gridCol w="253749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喊停條件:三條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沒過會怎樣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⑩ 同一段影片,兩個人給不同答案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從來沒量過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10 週建立基線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沒過就不能拿這批答案去訓練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⑪ 訓練資料查不查得到來源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要 100%,沒有中間值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沒到 100% 不交回營運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⑫ 機器的描述會不會讓人判得更差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還沒有這個機制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12 週交盲測結果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比對照組差就不放行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58368" y="5888736"/>
            <a:ext cx="9658807" cy="62179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5888736"/>
            <a:ext cx="9293047" cy="6217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下面三條任一沒過,上面八條的成績一律不算 —— 這是本案自己訂的規矩,不是外面的規定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六個月分三段做,每一段做完都可以喊停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六件事裡只有一件是 AI —— 前面三件是在把 AI 要吃的東西準備好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① 先量出現在多準、多慢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1–6 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02239" y="1755648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交:公司第一份查得到怎麼算的錯誤率 · 一組鎖死不再改的考題 · 每筆現在要花多少人力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② 寫一本大家判得一樣的手冊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3–10 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2239" y="2259996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交:誤報的白話定義 · 判斷手冊 · 兩個人判同一段影片答案一不一樣的追蹤表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791777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764345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③ 先不用 AI,用規則補脈絡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764345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5–12 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2239" y="2764345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刻意先做不含 AI 的版本 —— 它是 AI 的對照組,不然 AI 有沒有用永遠說不清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29612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26869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④ 客訴自動整理成證據包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268694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8–16 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2239" y="3268694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六個月裡真正讓客戶有感的一件事。機器找齊證據,成不成立還是人一筆一筆判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800475"/>
            <a:ext cx="45720" cy="40233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3773043"/>
            <a:ext cx="2408822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⑤ 地端 AI 讀事件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8358" y="3773043"/>
            <a:ext cx="122415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第 8–24 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2239" y="3773043"/>
            <a:ext cx="68213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本案唯一真的用到 AI 的一件事。一台掃全部、一台深看客訴(選型見第 5 頁);機器寫的結論一律先給人看過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385691"/>
            <a:ext cx="45720" cy="40233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4358259"/>
            <a:ext cx="2408822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⑥ 交回營運日常運作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68358" y="4358259"/>
            <a:ext cx="122415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20–26 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2239" y="4358259"/>
            <a:ext cx="68213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交:操作文件 · 隨時看得到成績的儀表板。中間六次交件在第 6/10/12/16/24/26 週,那不是喊停的時點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58368" y="5303520"/>
          <a:ext cx="9658805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31761"/>
                <a:gridCol w="3863522"/>
                <a:gridCol w="386352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三個喊停點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這一關在問什麼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答案不對就怎麼辦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慢的原因真的是「找證據」嗎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不是 → 停,改去調排班;量不出來 → 後面全不做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第 12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三種做法比一比:現在 / 只加規則 / 加 AI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AI 沒比規則好 → 縮規模,但實驗一定做完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24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這個 AI 到底要不要真的用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證不出比規則好 → AI 不上線;量測和手冊仍留下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這件事要花多少錢 —— 錢主要花在人身上,不是機器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今天只請你核准第一段(前六週)A$18,700–20,900,以及指定一位負責的主管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人(六個月 18.2 人月)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約 A$7.0–7.9 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3739" y="1755648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18.2 人月 × 月薪 A$2,970–3,320 × 間接費率 1.3(自設假設,是量級不是報價)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46634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機器(兩台,自建機房)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79565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A$14,200–17,700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73739" y="2259996"/>
            <a:ext cx="6249859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一台掃全部、一台深看客訴,第 6 週後才買。三年總花費約 A$2.9–5.2 萬(含電費、延保、有人要顧它),近半數是顧它的人力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936652"/>
            <a:ext cx="45720" cy="4663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909220"/>
            <a:ext cx="240882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不做這件事會怎樣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909220"/>
            <a:ext cx="179565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要再請 12–19 個人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3739" y="2909220"/>
            <a:ext cx="6249859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用現在的做法覆蓋全部客戶要 17–24 人,現在只有 5 人。🔴 做了以後能少請幾個,今天算不出來 —— 要等第 16 週量出每筆省多少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5858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5584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已經想到、但還沒估價的五項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558444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不編金額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3739" y="3558444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影片存放 ② 雲端運算 ③ 圖資更新 ④ 測試環境 ⑤ 訓練資料蒐集(第 6 週前補量級)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我今天要請你核准的錢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60855" y="5138928"/>
            <a:ext cx="111709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60855" y="5138928"/>
            <a:ext cx="11170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只到第 6 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A$18,700–20,900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〔是規劃、不是已核定的預算〕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2673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3646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我今天要請你指定的人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54955" y="513892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54955" y="513892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一位主管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3646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請委員會指定一位負責的主管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 6 週前釐清和現有雲端規劃的分界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9510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0483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六個月後你手上會多三樣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23326" y="513892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3326" y="513892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483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錯誤率 · 補脈絡的判斷層 · 對照實驗結果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不承諾省幾個人 —— 第 16 週才算得出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