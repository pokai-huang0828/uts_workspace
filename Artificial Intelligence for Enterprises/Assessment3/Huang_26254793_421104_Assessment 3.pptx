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 頁 · 鉤子 · 開場靜畫】　目標 52 秒 · 累計 0:52</a:t>
            </a:r>
          </a:p>
          <a:p/>
          <a:p>
            <a:r>
              <a:t>★ 光是一個車隊,五個人要看完三千支影片;而客戶要的答案,兩天內。</a:t>
            </a:r>
          </a:p>
          <a:p/>
          <a:p>
            <a:r>
              <a:t>· 先對老師交代框架,再用一句話切進 pitch:「以下我用向公司技術委員會提案的方式呈現」</a:t>
            </a:r>
          </a:p>
          <a:p>
            <a:r>
              <a:t>· 生意:車機 Edge AI 初判 + Server AI 複判,兩次判定替駕駛守護安全</a:t>
            </a:r>
          </a:p>
          <a:p>
            <a:r>
              <a:t>· 一筆「事件」= 一次危險駕駛(影片 + 時間地點 + 分類);一次「爭議」= 客戶回頭說「這筆 AI 判錯了」,只能由人重看影片才判得出來</a:t>
            </a:r>
          </a:p>
          <a:p/>
          <a:p>
            <a:r>
              <a:t># 單一大型車隊約 3,000 筆事件/天 · 部門僅 5 位專職分析人員</a:t>
            </a:r>
          </a:p>
          <a:p/>
          <a:p>
            <a:r>
              <a:t>⚠️ ★ 那句話留到**最後**講 —— 先把『事件』與『爭議』鋪好,後面九頁全建立在這兩個詞上</a:t>
            </a:r>
          </a:p>
          <a:p>
            <a:r>
              <a:t>⚠️ 🚫 切換線之後就不要再對老師說話,全程對委員會講</a:t>
            </a:r>
          </a:p>
          <a:p>
            <a:r>
              <a:t>⚠️ 講完停 1 秒再換頁。這是全片唯一的鉤子,不要急著翻</a:t>
            </a:r>
          </a:p>
          <a:p/>
          <a:p>
            <a:r>
              <a:t>→ 換下一頁</a:t>
            </a:r>
          </a:p>
          <a:p/>
          <a:p>
            <a:r>
              <a:t>── 逐字備援 · 230 字(忘詞才看,不是拿來唸的)──</a:t>
            </a:r>
          </a:p>
          <a:p>
            <a:r>
              <a:t>老師好,我是黃柏凱。這次作業我用現職公司的真實案例做提案 —— 以下我用向公司技術委員會提案的方式呈現。我在一家做車隊行車影像 AI 的公司,負責 AI 影像分析事件應用。車隊在車機上用 Edge AI 做第一次判定,再由 Server AI 複判;這兩次判定替駕駛守護安全,也讓車隊管理隨時看得到事件內容。鏡頭偵測到一次危險駕駛,就記一筆「事件」:一段影片、時間地點,還有系統給的分類。客戶收到之後會回頭說「這筆 AI 判錯了」,那叫一次「爭議」——而爭議只能由人重看影片才判得出來。光是一個車隊,五個人要看完三千支影片;而客戶要的答案,兩天內。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2 頁 · P1 · 用例:兩階段推論,與它下游那道人工防線】　目標 71 秒 · 累計 2:03</a:t>
            </a:r>
          </a:p>
          <a:p/>
          <a:p>
            <a:r>
              <a:t>★ 一個車隊一天要 29.8 到 42.9 人時,而我們五個人一天只有 40 —— 上緣已經超過了。</a:t>
            </a:r>
          </a:p>
          <a:p/>
          <a:p>
            <a:r>
              <a:t>· 前端 Edge AI → Server AI 兩段已經自動化,停在第三關</a:t>
            </a:r>
          </a:p>
          <a:p>
            <a:r>
              <a:t>· 第三關全部靠人:打開事件檔 → 看 AI 當時依什麼判 → 回信;分不出「客戶不熟判定規格」還是「畫面造成的真誤報」,就沒辦法回信</a:t>
            </a:r>
          </a:p>
          <a:p>
            <a:r>
              <a:t>· 我要自動化的是**離開畫面找證據**那一段,不是機器替你做決定</a:t>
            </a:r>
          </a:p>
          <a:p/>
          <a:p>
            <a:r>
              <a:t># 3,000 筆 × 20 秒 = 16.7 人時 · 150–300 筆 × 5.25 分 = 13.1–26.2 人時</a:t>
            </a:r>
          </a:p>
          <a:p>
            <a:r>
              <a:t># 合計 29.8–42.9 人時/天　vs　產能 40 人時/天(5 人 × 8 小時)</a:t>
            </a:r>
          </a:p>
          <a:p/>
          <a:p>
            <a:r>
              <a:t>⚠️ 20 秒要說「營運端的實務估計,尚未以計時量測驗證」;🚫 不可說「我們沒有量過」</a:t>
            </a:r>
          </a:p>
          <a:p>
            <a:r>
              <a:t>⚠️ 🚫 不可說「減少人力」「縮編」—— 第 12 頁寫的是仍須增聘 6–7 人。這一頁的主張是**同樣人力、更高產出**</a:t>
            </a:r>
          </a:p>
          <a:p>
            <a:r>
              <a:t>⚠️ 🚫 不可把「爭議」講成「誤報」—— 5.25 分算的是爭議(客戶回頭標記的 5–10%)</a:t>
            </a:r>
          </a:p>
          <a:p>
            <a:r>
              <a:t>⚠️ 2:8 一定要接「取整的概估,系統有欄位但沒人匯總過,W6 交正式分佈」</a:t>
            </a:r>
          </a:p>
          <a:p>
            <a:r>
              <a:t>⚠️ 🚫 **不可把 80% 跟第 4 頁的 83% 乘起來** —— 兩個都是估計、來自不同樣本,串起來就是把誤差乘上去。他若自己乘,就說那兩個母體不同</a:t>
            </a:r>
          </a:p>
          <a:p>
            <a:r>
              <a:t>⚠️ 他若追問「有紀錄為什麼不算」:欄位在,只是沒人匯總過 ——那是第一個工作包第一週就做得完的事</a:t>
            </a:r>
          </a:p>
          <a:p/>
          <a:p>
            <a:r>
              <a:t>→ 換下一頁</a:t>
            </a:r>
          </a:p>
          <a:p/>
          <a:p>
            <a:r>
              <a:t>── 逐字備援 · 314 字(忘詞才看,不是拿來唸的)──</a:t>
            </a:r>
          </a:p>
          <a:p>
            <a:r>
              <a:t>誠如各位在圖上看到的,前端 Edge AI 跟 Server AI 這兩段已經自動化,停在第三關。客戶回頭說「這筆 AI 判錯了」,那一段全部靠人 ——而它慢的原因不是人不夠快,是證據不在畫面裡。分析人員得打開事件檔,看 AI 當下是依什麼判的,才分得出這是哪一種爭議:是客戶不熟我們的判定規格、其實 AI 判對了;還是畫面造成的真誤報。營運端從處理紀錄看大約二比八,但那是取整的概估,系統有欄位沒人匯總過,第六週交。在打開來看之前,這兩種長得一模一樣。各位看下面這個算式:三千筆全部看過一次,再加上一到三百筆深看第二次 ——加起來二十九點八到四十二點九人時,而我們五個人一天總共四十人時。上緣已經超過了,而這只是一個客戶。所以我提的是一套地端 AI 事件判讀,把畫面外的脈絡讀進來,讓同樣這五個人,在客戶要的兩天內交得出答案。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【這一頁的作用】委員會裡不是每個人都懂這條產線,聽不懂就不會核准。這頁先用三張卡把「事件 → 複判 → 爭議」講成外行也懂的一句話,並當場定義什麼是一個事件、什麼是一次爭議、那 5 個人具體在做什麼;再用 16 倍的單價差把痛點釘死在「證據不在畫面裡」,而那正是本案要建的 VLM 能力的靶心。成因與解法印在同一頁,委員會才知道我們要買的不是產能,是把畫面外的脈絡讀進來的能力。合計 29.8–42.9 對上產能 40,也替下一頁的尖峰論證先埋好伏筆。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3 頁 · P2 · 為什麼是現在:工作量沒變多,客戶要的時效變了】　目標 59 秒 · 累計 3:02</a:t>
            </a:r>
          </a:p>
          <a:p/>
          <a:p>
            <a:r>
              <a:t>★ 人的時間從「找證據」換成「下判斷」—— 而找證據那兩段佔全程五成到八成八。</a:t>
            </a:r>
          </a:p>
          <a:p/>
          <a:p>
            <a:r>
              <a:t>· 導入什麼:自動證據包 —— 機器讀 影片 + 客戶問題 + 規則,產出可讀描述並標出引用的證據在第幾秒</a:t>
            </a:r>
          </a:p>
          <a:p>
            <a:r>
              <a:t>· 怎麼導入:WP-D,W8–16,對 100% 案件成立;人仍逐筆判,機器不做結案</a:t>
            </a:r>
          </a:p>
          <a:p>
            <a:r>
              <a:t>· 非 AI 段只佔 12.5%–50%;排隊那 0–1 天是排班的事,不在本案範圍</a:t>
            </a:r>
          </a:p>
          <a:p/>
          <a:p>
            <a:r>
              <a:t># 合計 2.0–5.0 天 · AI 可處理段 1.5–3.5 天 = 50%–87.5%</a:t>
            </a:r>
          </a:p>
          <a:p>
            <a:r>
              <a:t># 爭議回覆 2–5 天 → 目標 2 天內〔提案目標,未簽協議〕W16 後量測</a:t>
            </a:r>
          </a:p>
          <a:p/>
          <a:p>
            <a:r>
              <a:t>⚠️ 分母是 2.0–5.0 天(內部覆核與回信各 0.25 天)—— 這下跟第 10 頁 KPI 的「全鏈路 2–5 天」一致了</a:t>
            </a:r>
          </a:p>
          <a:p>
            <a:r>
              <a:t>⚠️ 改善**一半**來自證據包自動化、**一半**來自誤報量下降 —— 不可全掛在證據包上</a:t>
            </a:r>
          </a:p>
          <a:p>
            <a:r>
              <a:t>⚠️ 🚫 不可說機器替人判 —— WP-D 交的是證據包,判的還是人</a:t>
            </a:r>
          </a:p>
          <a:p/>
          <a:p>
            <a:r>
              <a:t>→ 換下一頁</a:t>
            </a:r>
          </a:p>
          <a:p/>
          <a:p>
            <a:r>
              <a:t>── 逐字備援 · 261 字(忘詞才看,不是拿來唸的)──</a:t>
            </a:r>
          </a:p>
          <a:p>
            <a:r>
              <a:t>各位看這條時間軸。一件爭議走完兩天到五天,而最花時間的是中間這兩段 —— 撈數據跟判讀,佔全程五成到八成八。慢的原因是同一個:模型看不到畫面外的東西。速限多少、那面牌是什麼,人得自己離開畫面去查。所以我要導入的是爭議回覆自動化,第八到十六週:機器把影片、客戶問題、規則一起讀進來,做完分析給出事實結果,並標出它引用到的證據在第幾秒;人工最後審閱,並給出內部覆核。這對所有案件都成立,不是只做其中一部分。導入之後,爭議回覆從兩到五天縮短到目標兩天內 ——一半來自證據包自動化,一半來自誤報量下降。而真正的差別在最下面那一句:人的時間從「找證據」換成「下判斷」。找證據機器做得比人快,下判斷只有人能做。</a:t>
            </a:r>
          </a:p>
          <a:p/>
          <a:p>
            <a:r>
              <a:t>── 備查(不唸,答辯用)──</a:t>
            </a:r>
          </a:p>
          <a:p>
            <a:r>
              <a:t>【這一頁的作用】這頁回答委員會最會問的兩題:為什麼是現在、為什麼是 AI 而不是加人。五段天數必須印出來,委員會才親眼看到 43%–78% 落在模型碰得到的那兩段;而那條因果句(兩段慢的原因是同一個技術缺陷)把整頁從營運圖表升級成 AI 立案 —— 沒有它,這只證明「有件事很花時間」。同一頁又自己標明證據等級(營運端估計,非量測)並給出反向出口(推翻就轉排班),把核准變成一個低風險決定;右側的利用率上緣破百與徵調 7 位研發,則把時效缺口接回錢與機會成本。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4 頁 · P3 · 發現過程:兩種病,兩個缺口】　目標 52 秒 · 累計 3:55</a:t>
            </a:r>
          </a:p>
          <a:p/>
          <a:p>
            <a:r>
              <a:t>★ 一百二十四筆誤報,一百零三筆是同一個根因 —— 而修它要的速限資料,公司手上已經有了。</a:t>
            </a:r>
          </a:p>
          <a:p/>
          <a:p>
            <a:r>
              <a:t>· 行車輔助錯的是模型(缺脈絡),駕駛監控錯的是人(缺判準)—— 兩種病,兩種修法</a:t>
            </a:r>
          </a:p>
          <a:p>
            <a:r>
              <a:t>· 兩個比例共用同一把尺,而尺的一致性從來沒量過</a:t>
            </a:r>
          </a:p>
          <a:p>
            <a:r>
              <a:t>· 解它要的東西是速限資料 —— 公司既有資產,不用等新技術也不用買</a:t>
            </a:r>
          </a:p>
          <a:p/>
          <a:p>
            <a:r>
              <a:t># 4 台車 · 23 天 · 1,647 筆</a:t>
            </a:r>
          </a:p>
          <a:p>
            <a:r>
              <a:t># 103 / 124 = 83%</a:t>
            </a:r>
          </a:p>
          <a:p>
            <a:r>
              <a:t># 5 人 × 3.6 個分析日 × 8 小時 = 144 人時 ÷ 1,647 筆 = 5.25 分</a:t>
            </a:r>
          </a:p>
          <a:p/>
          <a:p>
            <a:r>
              <a:t>⚠️ 必講「比例僅在此樣本內成立」—— 這句是這一頁所有數字的合法性來源</a:t>
            </a:r>
          </a:p>
          <a:p>
            <a:r>
              <a:t>⚠️ 5.25 分是「單一批次的實際節奏,不是長期平均」</a:t>
            </a:r>
          </a:p>
          <a:p>
            <a:r>
              <a:t>⚠️ 🚫 不可把 83% 跟第 2 頁的 2:8 相乘 —— 不同樣本、都是估計</a:t>
            </a:r>
          </a:p>
          <a:p/>
          <a:p>
            <a:r>
              <a:t>→ 換下一頁</a:t>
            </a:r>
          </a:p>
          <a:p/>
          <a:p>
            <a:r>
              <a:t>── 逐字備援 · 230 字(忘詞才看,不是拿來唸的)──</a:t>
            </a:r>
          </a:p>
          <a:p>
            <a:r>
              <a:t>那我們的時間到底花在哪裡?我把最近一份判讀拆開來看。四台車、二十三天、一千六百四十七筆,一個小型車隊一個月,比例僅在此樣本內成立。行車輔助錯的是模型,駕駛監控錯的是人。一邊缺脈絡,判定依據不在畫面裡;一邊缺判準,同一段影片兩人不同答案。這兩個比例共用同一把尺,而那把尺的一致性我們從來沒量過——標註品質那一包第十週建立基線,G2 訂目標值。這個樣本一百二十四筆誤報,一百零三筆同一個根因:交通標誌辨識,八成三。漏放那一側只有一份很薄的樣本,下一頁講。修好它,誤報跟漏放一起改善——而誤報,就是我們今天在人工端花掉的時間。</a:t>
            </a:r>
          </a:p>
          <a:p/>
          <a:p>
            <a:r>
              <a:t>── 備查(不唸,答辯用)──</a:t>
            </a:r>
          </a:p>
          <a:p>
            <a:r>
              <a:t>【rows】{'label': '該樣本全部誤報', 'value': '124 筆 = 行車輔助 104 + 駕駛監控 20', 'note': '母體換算:效益與衡量那頁用的「104 / 1,029 ≈ 10.1%」只算 ADAS 那一側 —— 兩頁分子不同不是矛盾,是母體不同', 'hot': False}</a:t>
            </a:r>
          </a:p>
          <a:p>
            <a:r>
              <a:t>【rows】{'label': '漏放那一側', 'value': '只有一份很薄的獨立樣本', 'note': '另一個母體,不與本頁比例混用;下一頁講', 'hot': False}</a:t>
            </a:r>
          </a:p>
          <a:p>
            <a:r>
              <a:t>【這一頁的作用】委員會要的不是「我們很忙」,是「痛點有多嚴重、而且解得掉」。這頁先用一件真的做完的案子把嚴重性量出來(1,647 筆吃掉 5 個人 3.6 個工作日 = 144 人時),再把病拆成兩種(行車輔助錯的是模型、駕駛監控錯的是人),最後匯流到一個可工程化的靶心:八成三的誤報同一個根因,而解它要的速限資料公司已經有、今天就能動。這是整份提案裡投報最可信的一格 —— 靶心明確、資產已備、且母體與證據等級全部自己標了出來,答辯時沒有可攻擊的空隙。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5 頁 · 選型與部署:兩層模型、一台設備】　目標 67 秒 · 累計 5:02</a:t>
            </a:r>
          </a:p>
          <a:p/>
          <a:p>
            <a:r>
              <a:t>★ 同一個車隊、同一天:人要 29.8–42.9 人時而產能只有 40,機器一台跑完只用掉三成。</a:t>
            </a:r>
          </a:p>
          <a:p/>
          <a:p>
            <a:r>
              <a:t>· 篩檢層 Qwen3.5 122B-A10B(4-bit,MoE 活化 10B):不讀小字,只決定要不要深看</a:t>
            </a:r>
          </a:p>
          <a:p>
            <a:r>
              <a:t>· 深挖層 Qwen2.5-VL 72B(8-bit):讀交通標誌,只跑爭議那 5–10%</a:t>
            </a:r>
          </a:p>
          <a:p>
            <a:r>
              <a:t>· 分兩層的理由:讀小字要高解析度,高解析度就慢 —— 全量用高解析度跑不完</a:t>
            </a:r>
          </a:p>
          <a:p/>
          <a:p>
            <a:r>
              <a:t># DGX Spark · 128 GB 統一記憶體 · 273 GB/s · A$7,100–8,900/台</a:t>
            </a:r>
          </a:p>
          <a:p>
            <a:r>
              <a:t># 篩檢 3.4 秒/筆 × 3,000 = 2.8 小時 · 深挖 62 秒/筆 × 150–300 = 2.6–5.1 小時</a:t>
            </a:r>
          </a:p>
          <a:p>
            <a:r>
              <a:t># 一台合計 5.4–8.0 小時/天(佔用率 23%–33%)· 1 台一個車隊 / 2 台全客戶 / 3 台若篩檢要 720p</a:t>
            </a:r>
          </a:p>
          <a:p/>
          <a:p>
            <a:r>
              <a:t>⚠️ 🚫 **不可說「8-bit 無損精度」** —— 8-bit 量化是有損的,只是損失小於 4-bit。評分者做 VLM,這句他會當場糾正</a:t>
            </a:r>
          </a:p>
          <a:p>
            <a:r>
              <a:t>⚠️ 所有秒數都要說「推算」—— 這些是我依公開實測頻寬算的,不是我們跑過的</a:t>
            </a:r>
          </a:p>
          <a:p>
            <a:r>
              <a:t>⚠️ 他若問「為什麼是 Qwen 不是別的」:開源、可地端、原生吃影片;而**選型本身也要 G1 依 W1–6 的量測複核**</a:t>
            </a:r>
          </a:p>
          <a:p>
            <a:r>
              <a:t>⚠️ 他若問「4-bit 讀不讀得到小字」:讀不到 —— 所以那是深挖層的工作,篩檢層只做分流</a:t>
            </a:r>
          </a:p>
          <a:p>
            <a:r>
              <a:t>⚠️ 🔑 **設備採購在 G1 之後,不在第一段額度內** —— 今天要批的 A$18,600–20,800 本來就不含設備。一台還兩台,是第六週拿到量測才決定的</a:t>
            </a:r>
          </a:p>
          <a:p>
            <a:r>
              <a:t>⚠️ 🚫 **不得寫成「用 A$1.4–1.8 萬取代數十萬的增聘」,也不得與設備價相減成 ROI** ——那是全片最堅持避開的話術;兩台仍只佔一個初階工程師年成本的 27%–38%</a:t>
            </a:r>
          </a:p>
          <a:p/>
          <a:p>
            <a:r>
              <a:t>→ 換下一頁</a:t>
            </a:r>
          </a:p>
          <a:p/>
          <a:p>
            <a:r>
              <a:t>── 逐字備援 · 296 字(忘詞才看,不是拿來唸的)──</a:t>
            </a:r>
          </a:p>
          <a:p>
            <a:r>
              <a:t>那要用什麼跑?兩個開源的視覺語言模型,都在地端,影像不外傳。篩檢層是 MoE,一百二十二 B 只活化十 B,算得快;它不讀小字,只決定這筆要不要深看。深挖層讀得到交通標誌上的字,只跑客戶回頭爭議的那百分之五到十。分兩層的理由就在這:讀小字要高解析度,而高解析度就慢。設備是 DGX Spark,一百二十八 G 統一記憶體,一台約七千一到八千九澳幣;它的瓶頸不是算力,是記憶體頻寬 —— 那決定吐字的速度。兩個模型各佔約七十五 G,加起來超過一百二十八,所以分時載入。各位看最下面這一行:同一個車隊、同一天,人要二十九點八到四十二點九人時,而我們的產能只有四十;機器五點四到八小時,一台就跑完,佔用率不到三成。擴到全客戶一萬三千筆的時候一台就不夠了 —— 那時候串第二台,那是第一道門的決定。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【這一頁的作用】委員會要的不是「我們很忙」,是「痛點有多嚴重、而且解得掉」。這頁先用一件真的做完的案子把嚴重性量出來(1,647 筆吃掉 5 個人 3.6 個工作日 = 144 人時),再把病拆成兩種(行車輔助錯的是模型、駕駛監控錯的是人),最後匯流到一個可工程化的靶心:八成三的誤報同一個根因,而解它要的速限資料公司已經有、今天就能動。這是整份提案裡投報最可信的一格 —— 靶心明確、資產已備、且母體與證據等級全部自己標了出來,答辯時沒有可攻擊的空隙。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6 頁 · P4 · 我們看不見的那一半:有資料,沒有習慣】　目標 59 秒 · 累計 6:01</a:t>
            </a:r>
          </a:p>
          <a:p/>
          <a:p>
            <a:r>
              <a:t>★ 我們有資料,沒有習慣 —— 被判否決的那一流,沒有人回看。</a:t>
            </a:r>
          </a:p>
          <a:p/>
          <a:p>
            <a:r>
              <a:t>· 唯一的漏放量測是一份很薄的人工觸發測試</a:t>
            </a:r>
          </a:p>
          <a:p>
            <a:r>
              <a:t>· 報告上公司自己註明:那是下限</a:t>
            </a:r>
          </a:p>
          <a:p>
            <a:r>
              <a:t>· 誤報只花我們的人時,漏放是駕駛沒收到那次警示</a:t>
            </a:r>
          </a:p>
          <a:p/>
          <a:p>
            <a:r>
              <a:t># 39 筆測試 · 漏偵 12 筆 · 另 10 筆無法歸類(約 1/4)</a:t>
            </a:r>
          </a:p>
          <a:p/>
          <a:p>
            <a:r>
              <a:t>⚠️ 說「最強的線索,不是結論」—— W1–6 做成帶 95% 信賴區間的估計,不成立就換靶心</a:t>
            </a:r>
          </a:p>
          <a:p>
            <a:r>
              <a:t>⚠️ 🚫 83% 是第 4 頁的事,不要跟這一頁的漏放混講</a:t>
            </a:r>
          </a:p>
          <a:p/>
          <a:p>
            <a:r>
              <a:t>→ 換下一頁</a:t>
            </a:r>
          </a:p>
          <a:p/>
          <a:p>
            <a:r>
              <a:t>── 逐字備援 · 259 字(忘詞才看,不是拿來唸的)──</a:t>
            </a:r>
          </a:p>
          <a:p>
            <a:r>
              <a:t>這是我們看得見的一半。看不見的那一半更麻煩。被判否決的那一流,沒有人回看。我們有資料,沒有習慣。唯一的漏放量測,是一份三十九筆的人工觸發測試,獨立樣本:漏偵十二筆,另外十筆無法歸類,約四分之一;報告上我們自己註明,十二是下限。這是我目前手上最強的線索,不是結論;前六週由評估底座那一包做成帶信賴區間的估計,不成立就換靶心,G1 判。這兩種錯的代價不對稱:誤報只花我們的人時,漏放是駕駛沒收到那次警示。所以漏放這一側就算樣本再薄,也要先把它量出來。這批資料難在三件事:收得不完整、標註本身就會錯、內部對同一個標籤還沒有一致的理解。文獻上講的「沒有真實資料就只能靠代理指標」,就是這件事。</a:t>
            </a:r>
          </a:p>
          <a:p/>
          <a:p>
            <a:r>
              <a:t>── 備查(不唸,答辯用)──</a:t>
            </a:r>
          </a:p>
          <a:p>
            <a:r>
              <a:t>【compare:看得見的一半:誤報 - 量得到】該樣本全部誤報 124 筆中,103 筆根因同一個 = 83%(公司自己的口徑;比例僅在此樣本內成立)</a:t>
            </a:r>
          </a:p>
          <a:p>
            <a:r>
              <a:t>【compare:看得見的一半:誤報 - 量得到】為什麼量得到:誤報是「已經送出去、被人看到」的錯 - 人工複核那一流,每一筆都被人看過</a:t>
            </a:r>
          </a:p>
          <a:p>
            <a:r>
              <a:t>【compare:看不見的一半:漏放 - 量不到】能力有、流程沒有:記憶卡存整天分段影片,遠端調閱一台裝置一整天約 10-15 分鐘、有流量成本;但沒有任何常設流程去回看被判否決的那一流</a:t>
            </a:r>
          </a:p>
          <a:p>
            <a:r>
              <a:t>【compare:看不見的一半:漏放 - 量不到】所以錯誤會留下來:沒有人回看 → 那一區永遠不產生新標註 → 模型在那個區域學不到東西 → 漏放繼續發生,而且不進任何一份報表(Ensign et al., 2018)</a:t>
            </a:r>
          </a:p>
          <a:p>
            <a:r>
              <a:t>【compare:看不見的一半:漏放 - 量不到】代價:漏放是駕駛沒收到那次警示 - 落在安全側,不落在報表上</a:t>
            </a:r>
          </a:p>
          <a:p>
            <a:r>
              <a:t>【rows】{'label': '這份測試是什麼', 'value': '39 筆人工觸發測試', 'note': '獨立樣本,非 1,647 筆母體;一次性測試,不是常設量測 - 這是公司到今天唯一的漏放數字', 'hot': False}</a:t>
            </a:r>
          </a:p>
          <a:p>
            <a:r>
              <a:t>【rows】{'label': '正確偵測', 'value': '17 / 39', 'note': '人工觸發後有被偵測到', 'hot': False}</a:t>
            </a:r>
          </a:p>
          <a:p>
            <a:r>
              <a:t>【rows】{'label': '待客戶說明用途,無法歸類', 'value': '10 / 39 ≈ 四分之一', 'note': '四分之一的樣本連歸類都做不到 - 這一列本身就是「樣本有多薄」的證據', 'hot': False}</a:t>
            </a:r>
          </a:p>
          <a:p>
            <a:r>
              <a:t>【rows】{'label': '我對這條線索的定性', 'value': '線索,不是結論', 'note': 'W1-6 由評估底座那一包做成帶信賴區間的估計;不成立就換靶心,G1(第 6 週)判', 'hot': True}</a:t>
            </a:r>
          </a:p>
          <a:p>
            <a:r>
              <a:t>【這一頁的作用】這一頁把「為什麼第一筆錢要買量測,而不是買模型」變成委員會看得見的東西:左邊誤報有母體、有比例、有根因,右邊漏放只有一份 39 筆、自註為下限、還有四分之一無法歸類 - 兩側證據強度的落差本身就是提案的理由。同時它用真實案例數據(1,647 筆樣本、103/124、39 筆測試、6/12)證明痛點不是修辭,再用 Ensign 的回饋迴路說明「沒有人回看的那一流」為什麼會讓錯誤永久留下,把痛點從『這次判錯了』升級成『這個錯誤系統性地不會被發現』。最後主動把最強的線索降級成假說並綁到 G1,誠實度因此是被證明的而不是被宣稱的。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7 頁 · P5 · 五條路,含三條不用 AI】　目標 44 秒 · 累計 6:45</a:t>
            </a:r>
          </a:p>
          <a:p/>
          <a:p>
            <a:r>
              <a:t>★ 這六個月,它一筆都不對外生效。</a:t>
            </a:r>
          </a:p>
          <a:p/>
          <a:p>
            <a:r>
              <a:t>· 五條路裡三條不用 AI —— 加人、調班、既有雲端規劃,我都沒有先否決</a:t>
            </a:r>
          </a:p>
          <a:p>
            <a:r>
              <a:t>· 採用案是地端視覺語言模型;前兩包是它的必要前置</a:t>
            </a:r>
          </a:p>
          <a:p>
            <a:r>
              <a:t>· 影子模式:機器照出結論但不對外送,人照常判,兩邊比對</a:t>
            </a:r>
          </a:p>
          <a:p/>
          <a:p>
            <a:r>
              <a:t># 85% 是分流率(推估非實測) · 六個月對外覆蓋率 0%</a:t>
            </a:r>
          </a:p>
          <a:p/>
          <a:p>
            <a:r>
              <a:t>⚠️ 三層一層都不可省:能力層 850 筆終局判定 / 本案層 對外 0% / 放行層 須過另一道獨立門</a:t>
            </a:r>
          </a:p>
          <a:p>
            <a:r>
              <a:t>⚠️ 🚫 不可說「AI 不做判定」—— 正確講法是「AI 會做結案判定,但這六個月不對外生效」</a:t>
            </a:r>
          </a:p>
          <a:p>
            <a:r>
              <a:t>⚠️ 🚫 85% 是分流率,不是準確率,不可與誤報率並排相減</a:t>
            </a:r>
          </a:p>
          <a:p/>
          <a:p>
            <a:r>
              <a:t>→ 換下一頁</a:t>
            </a:r>
          </a:p>
          <a:p/>
          <a:p>
            <a:r>
              <a:t>── 逐字備援 · 195 字(忘詞才看,不是拿來唸的)──</a:t>
            </a:r>
          </a:p>
          <a:p>
            <a:r>
              <a:t>路有五條。加人,迴路轉得更久,不會停。更便宜的是調班加人力池,我不先否決;六週後那道門用正式量測判:AI能處理的那段佔主要延遲才放行,否則轉排班。採用案是地端視覺語言模型讀事件影片。前兩包是它的必要前置:沒量測底座,就不知道它判得對不對。預期八成五的爭議件,機器有把握、直接結案,人不再看。這是推估不是實測;而人現在判得多準,我們沒量過。所以這六個月,它一筆都不對外生效——機器照出結論,人照常判,兩邊比對。這是唯一算得出自動結案漏放率的設計。</a:t>
            </a:r>
          </a:p>
          <a:p/>
          <a:p>
            <a:r>
              <a:t>── 備查(不唸,答辯用)──</a:t>
            </a:r>
          </a:p>
          <a:p>
            <a:r>
              <a:t>【這一頁的作用】這一頁要讓委員會相信兩件事。第一,這個 AI 提案是被比較過的:五條路用同一組欄位並排 - 做什麼、成本形狀、能不能停、為什麼 - 差別因此不再是五段等長的描述,而是四種可以一眼分辨的曲線(線性 / 線性但削峰 / 一次性下移一階 / 次線性 / 尚未開始),而唯一不是線性的那一條就是採用案。第二,這個提案是可以被否決的:最便宜的調班沒有被畫醜也沒有被預先否決,選項 0 用最保守、對本案最不利的算法拒絕,G1 有兩個同粗的出口,其中一個出口通向不做本案。最後把 85% 降級成一個要在 W12 被凍結測試集驗、而且六個月內一筆都不對外生效的推估 - 委員會今天核准的是一道可以否決自己的量測,不是一個 85% 的承諾。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8 頁 · P6 · 風險:七類十條,緩解位移與殘餘風險】　目標 51 秒 · 累計 7:36</a:t>
            </a:r>
          </a:p>
          <a:p/>
          <a:p>
            <a:r>
              <a:t>★ 每一條風險我都附了偵測訊號 —— 你不會在事後才知道它發生了。</a:t>
            </a:r>
          </a:p>
          <a:p/>
          <a:p>
            <a:r>
              <a:t>· 七類十條,兩條是這個方案自己造成的 —— 我沒有藏,自己標出來</a:t>
            </a:r>
          </a:p>
          <a:p>
            <a:r>
              <a:t>· 自動化偏差:介面一顯示模型信心,人就直接蓋章 → 我的決策是不顯示</a:t>
            </a:r>
          </a:p>
          <a:p>
            <a:r>
              <a:t>· 但那個緩解只擋得住人還在看的那些 —— 移交後那八成五沒有介面也沒有人,所以我另外加了 R9、R10 兩條,掛在自動結案那道門上</a:t>
            </a:r>
          </a:p>
          <a:p/>
          <a:p>
            <a:r>
              <a:t># 七類十條 · R9 自動結案的漏放 · R10 自動結案的冤枉</a:t>
            </a:r>
          </a:p>
          <a:p/>
          <a:p>
            <a:r>
              <a:t>⚠️ R8 法律面我沒有答案 —— 由法務在 G1(第 6 週)前給書面意見</a:t>
            </a:r>
          </a:p>
          <a:p>
            <a:r>
              <a:t>⚠️ 每一條沒有答案的事,都要當場交代誰在第幾週給</a:t>
            </a:r>
          </a:p>
          <a:p/>
          <a:p>
            <a:r>
              <a:t>── 錄影提示(不唸)──</a:t>
            </a:r>
          </a:p>
          <a:p>
            <a:r>
              <a:t>· 錄影標記:唸完「這題我沒有答案,它由法務在 G1 前給書面意見」整句後,畫面停在 R8 的紅色虛線圈上靜止 2 秒、口白不出聲,再切下一頁。停頓點在整句句尾,不在「我沒有答案」之後 —— 每一條沒有答案的事都要當場交代誰在什麼時候給答案,停頓要停在那句話說完之後,長度仍為 2 秒。</a:t>
            </a:r>
          </a:p>
          <a:p>
            <a:r>
              <a:t>· 唸完法務那句後,畫面停在 R8 紅圈上靜止 2 秒</a:t>
            </a:r>
          </a:p>
          <a:p/>
          <a:p>
            <a:r>
              <a:t>→ 換下一頁</a:t>
            </a:r>
          </a:p>
          <a:p/>
          <a:p>
            <a:r>
              <a:t>── 逐字備援 · 223 字(忘詞才看,不是拿來唸的)──</a:t>
            </a:r>
          </a:p>
          <a:p>
            <a:r>
              <a:t>選了這條,我先講它會出什麼事。風險歸成七類十條,我只講三條。第一,資料級聯:複核判準不一致會變成訓練標籤,脈絡資料有錯也會整批傳下去。第二,自動化偏差:介面一顯示模型信心,人就直接蓋章。我的決策是介面不顯示信心。但這個緩解只擋得住人還在看的那些 —— 移交後開到天花板,那八成五沒有介面、也沒有人。所以我另外加了兩條:機器把真的危險事件判成誤報,跟機器單方面駁回駕駛。兩條都掛在自動結案那道門上,不在這六個月裡。第三,法律面:曾判為誤報的紀錄,在事故舉證裡算什麼。這題我沒有答案,它由法務在 G1 前給書面意見。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6 點:原版 2D 位移圖看得到「移動了多少」卻看不到「哪一條對應什麼解法」。改成一列一條風險、同一列並排緩解 → 緩解自己的代價 → 偵測訊號,委員會用眼睛掃一行就答得出「這條誰負責、怎麼知道它壞了」。三條紅底是本頁的說服力來源:R8 承認沒有解、R9/R10 承認是這個 AI 方案自己製造的新風險(自動結案的漏放與冤枉),並且把它們的放行責任明確推到本案之外那道門 —— 主動揭露換取委員會對其餘七條的信任。成功可能性標在每條風險名右側,補上評分要求的第三個維度。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9 頁 · P7 · 倫理與可申訴性:對照澳洲 AI 倫理八原則】　目標 50 秒 · 累計 8:26</a:t>
            </a:r>
          </a:p>
          <a:p/>
          <a:p>
            <a:r>
              <a:t>★ 這一頁就是我要求六個月不對外生效的理由 —— 那 850 筆沒有人看,所以要先量得出它錯多少。</a:t>
            </a:r>
          </a:p>
          <a:p/>
          <a:p>
            <a:r>
              <a:t>· 同一張表兩欄:專案期一種顏色,移交後另一種 —— 今天要批的是左邊那欄</a:t>
            </a:r>
          </a:p>
          <a:p>
            <a:r>
              <a:t>· 第 7 條可申訴性 —— 我把它升為部署否決條件</a:t>
            </a:r>
          </a:p>
          <a:p>
            <a:r>
              <a:t>· 第 8 條問責性:那 850 筆裡某一筆判錯,沒有人簽過名</a:t>
            </a:r>
          </a:p>
          <a:p/>
          <a:p>
            <a:r>
              <a:t># 專案期 綠 0 琥珀 7 紅 1 → 移交後 綠 0 琥珀 1 紅 7</a:t>
            </a:r>
          </a:p>
          <a:p/>
          <a:p>
            <a:r>
              <a:t>⚠️ 「沒有人簽過名」是**承認洞**,🚫 不要臨場補一個人上去</a:t>
            </a:r>
          </a:p>
          <a:p>
            <a:r>
              <a:t>⚠️ 第 4 條隱私是唯一不因自動結案惡化的一條 —— 刻意不標紅,不是漏標</a:t>
            </a:r>
          </a:p>
          <a:p/>
          <a:p>
            <a:r>
              <a:t>── 錄影提示(不唸)──</a:t>
            </a:r>
          </a:p>
          <a:p>
            <a:r>
              <a:t>· 錄影標記:唸到「可申訴性,我們不及格」時切全螢幕人像,唸完該句後切回畫中畫。</a:t>
            </a:r>
          </a:p>
          <a:p>
            <a:r>
              <a:t>· 交界移交:P7 → P8 的接縫句為「講完該不該做,接下來是怎麼算做成了。」依總則檔 §6b,該句寫成 P8 口白的第一句、字數計入 P8,故不列入本頁 224 字。</a:t>
            </a:r>
          </a:p>
          <a:p/>
          <a:p>
            <a:r>
              <a:t>→ 換下一頁</a:t>
            </a:r>
          </a:p>
          <a:p/>
          <a:p>
            <a:r>
              <a:t>── 逐字備援 · 219 字(忘詞才看,不是拿來唸的)──</a:t>
            </a:r>
          </a:p>
          <a:p>
            <a:r>
              <a:t>還有一條,是我們自己造成的。這道人工防線的產能有限,所以它是配給的 —— 依客戶的購買量排序。同樣一個誤判,發生在大客戶身上會被人攔下來,小客戶身上不會。分配依據是客戶大小,不是風險大小。這六個月我能做的,是第一次量得出它覆蓋了誰。但我要說清楚:這個方案開到天花板之後,配給的依據會從客戶大小換成機器的信心,而那八成五沒有人看過 —— 那是我造成的新問題,不是我解掉的舊問題。所以八原則裡的問責跟可申訴性,我這一頁全部標紅,而它們掛在第二十四週那道門上。申訴機制到位前,本案產出不供個人考核使用。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7 點的後半:這一頁先用標題回答「為什麼一個 AI 提案要談倫理」—— 因為這個方案的產出就是把每 1,000 筆爭議裡約 850 筆變成沒有人看過的判定,那是它的代價,不是外掛的合規章節。雙欄評等讓委員會當場知道自己今天批的是哪一欄(專案期,影子模式,人仍逐筆判),而移交後那七盞紅燈全部掛在第 24 週那道門上;第 4 條保持白底是刻意的對照 —— 它是唯一不因自動結案而惡化的一條。全頁綠燈零條不是失分,是把「移交條件」寫成可稽核的待辦清單,也把前六週的預算正當化成把紅燈變回琥珀的唯一路徑。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10 頁 · P8 · 怎麼算成功:三層 KPI,一條回圈】　目標 46 秒 · 累計 9:11</a:t>
            </a:r>
          </a:p>
          <a:p/>
          <a:p>
            <a:r>
              <a:t>★ 上面兩層是你買到的東西,下面四條是你隨時喊停的權力 —— 而煞車是我自己裝的。</a:t>
            </a:r>
          </a:p>
          <a:p/>
          <a:p>
            <a:r>
              <a:t>· 效益層:爭議回覆時效、可避免的年度增聘、兩條工作流的單位工時</a:t>
            </a:r>
          </a:p>
          <a:p>
            <a:r>
              <a:t>· 護欄層任一未達標,上面兩層的成績一律不採計</a:t>
            </a:r>
          </a:p>
          <a:p>
            <a:r>
              <a:t>· 訂不出目標值的,寫明由哪一道門訂</a:t>
            </a:r>
          </a:p>
          <a:p/>
          <a:p>
            <a:r>
              <a:t># ⑩ 漏放率 W6 交 95% CI · ⑬ 漏濾率 W12 交差值 95% CI</a:t>
            </a:r>
          </a:p>
          <a:p>
            <a:r>
              <a:t># δ 由委員會在 G1 事前預註冊 —— 判準寫在跑實驗之前</a:t>
            </a:r>
          </a:p>
          <a:p/>
          <a:p>
            <a:r>
              <a:t>⚠️ ⑬ 的母體是那 850 筆(有把握桶),🚫 不是剩下的 150 筆</a:t>
            </a:r>
          </a:p>
          <a:p/>
          <a:p>
            <a:r>
              <a:t>→ 換下一頁</a:t>
            </a:r>
          </a:p>
          <a:p/>
          <a:p>
            <a:r>
              <a:t>── 逐字備援 · 201 字(忘詞才看,不是拿來唸的)──</a:t>
            </a:r>
          </a:p>
          <a:p>
            <a:r>
              <a:t>講完該不該做,接下來是怎麼算做成了。最上層第一個指標,是客戶等多久拿到分析,這是這個專案要買的東西。現況兩到五天,目標兩天內、單純案件當天;是客戶期望,不是已簽的服務水準協議。護欄層是否決型,今天多一條:漏濾率——機器說有把握、直接結案的那一桶裡,有多少其實該讓人看。第十二週交出它跟人工的差值,門檻第六週就要先訂,不能看完數據再訂。錯誤攔截比例我算不出來,分母還不存在,那正是護欄層要交的能力。訂不出目標值的,我寫的是它什麼時候被訂出來、由哪一道門訂。</a:t>
            </a:r>
          </a:p>
          <a:p/>
          <a:p>
            <a:r>
              <a:t>── 備查(不唸,答辯用)──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兩層告訴他們這筆錢買的是客戶等多久拿到分析(不是準確率),而且業務指標由營運指標支撐、有階序;②護欄層讓他們知道自己手上握著一票否決,尤其⑬漏濾率是自動結案能不能對外生效的唯一否決點 —— 提案人主動把刀柄遞出去;③每一個今天訂不出的目標值都寫明由哪道門、第幾週、誰負責訂,把「訂不出來」變成可稽核的紀律而不是含糊。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11 頁 · P9 · 六個月 · 六個工作包 · 三道決策門】　目標 47 秒 · 累計 9:59</a:t>
            </a:r>
          </a:p>
          <a:p/>
          <a:p>
            <a:r>
              <a:t>★ 六個月分三段付,每一段都有明確的喊停條件 —— 你不必一次押六個月。</a:t>
            </a:r>
          </a:p>
          <a:p/>
          <a:p>
            <a:r>
              <a:t>· 六包只有一包是 AI,而且排在最後:評估集 → 標註 → 特徵 → 地端 VLM</a:t>
            </a:r>
          </a:p>
          <a:p>
            <a:r>
              <a:t>· 三道門各自寫明什麼條件下停,不是寫什麼條件下過</a:t>
            </a:r>
          </a:p>
          <a:p>
            <a:r>
              <a:t>· G2 四臂同場比,第四臂是影子模式</a:t>
            </a:r>
          </a:p>
          <a:p/>
          <a:p>
            <a:r>
              <a:t># G1 第 6 週 · G2 第 12 週 · G3 第 24 週</a:t>
            </a:r>
          </a:p>
          <a:p/>
          <a:p>
            <a:r>
              <a:t>⚠️ 前三臂全部含人,而要部署的是無人系統 —— 這就是為什麼要有第四臂</a:t>
            </a:r>
          </a:p>
          <a:p/>
          <a:p>
            <a:r>
              <a:t>→ 換下一頁</a:t>
            </a:r>
          </a:p>
          <a:p/>
          <a:p>
            <a:r>
              <a:t>── 逐字備援 · 208 字(忘詞才看,不是拿來唸的)──</a:t>
            </a:r>
          </a:p>
          <a:p>
            <a:r>
              <a:t>六個月,六個工作包,三道門。順序不能換:評估集、標註、特徵,最後才是地端模型。第六週是因果判定門:交出時間拆解、兩天逾時率跟到件分布。證據搜尋跟誤報量佔主要延遲,才續行;不是,就轉排班。第十二週同一組凍結集比四臂:現行模型、規則式基線、人機協作,加一臂影子模式——機器自己結案、不對外送,跟人的判定比對。自動結案的漏放率,只有這一臂算得出來。這道門不能取消實驗,只能調整規模;要不要真的對外自動結案,不在這六個月決定。規則式今天就能做,為什麼排第五週?沒有前六週的基準線,證不出有效。</a:t>
            </a:r>
          </a:p>
          <a:p/>
          <a:p>
            <a:r>
              <a:t>── 備查(不唸,答辯用)──</a:t>
            </a:r>
          </a:p>
          <a:p>
            <a:r>
              <a:t>【rows】{'label': 'WP-B 標註品質｜AI 的前置', 'value': 'W3–10', 'note': '交:誤報的操作型定義 · 判準手冊 · 一致性儀表板。判準不一致的標註餵給模型就是垃圾進垃圾出 (Northcutt et al., 2021)'}</a:t>
            </a:r>
          </a:p>
          <a:p>
            <a:r>
              <a:t>【rows】{'label': 'WP-C 脈絡特徵工程｜AI 的前置', 'value': 'W5–12', 'note': '交:規則式脈絡層(刻意先做不含模型的版本,它同時是地端 VLM 的對照基線)· 誤報下降量測。排第五週,是因為沒有前六週基準線就證不出它有效'}</a:t>
            </a:r>
          </a:p>
          <a:p>
            <a:r>
              <a:t>【rows】{'label': 'WP-D 爭議回覆自動化｜併行的營運自動化', 'value': 'W8–16', 'note': '交:自動證據包 · 回覆時效改善。🔑 這是六個月裡真正對外交付的商業價值,而且人仍然每一筆都判 —— 它完全不依賴任何自動結案'}</a:t>
            </a:r>
          </a:p>
          <a:p>
            <a:r>
              <a:t>【rows】{'label': 'WP-F 治理與移交｜AI 之後', 'value': 'W20–26', 'note': '交:移交文件 · 常態儀表板。六個里程碑 M1–M6 落在 W6 / W10 / W12 / W16 / W24 / W26,那是交東西的時點,不是可喊停的時點'}</a:t>
            </a:r>
          </a:p>
          <a:p>
            <a:r>
              <a:t>【這一頁的作用】這頁要讓委員會相信兩件事,而不是相信「我有計畫」。第一:六包裡只有一包是 AI,其餘五包不是繞路 —— 沒有凍結評估集就量不出模型判得準不準,判準不一致的標註餵給模型就是垃圾進垃圾出,所以順序本身就是風險控制。第二:每一道門都寫出「什麼條件下這個案子會停」,包括 G1 可以整案轉向排班方案、G3 可以直接不部署模型端。四臂表則正面回答答辯必問的那一題:六個月怎麼可能算得出無人系統的風險 —— 答案是第四臂影子模式,前三臂全部含人,只有它算得出自動結案的漏放率。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12 頁 · P10 · 資源、當責與請求】　目標 64 秒 · 累計 11:02</a:t>
            </a:r>
          </a:p>
          <a:p/>
          <a:p>
            <a:r>
              <a:t>★ 我請求核准第一段:四點八五人月、約一萬八千六到兩萬零八百澳幣,並指定一位贊助人。</a:t>
            </a:r>
          </a:p>
          <a:p/>
          <a:p>
            <a:r>
              <a:t>· 成本主體是人,不是設備</a:t>
            </a:r>
          </a:p>
          <a:p>
            <a:r>
              <a:t>· 稽核稅:自動化不是免費的 —— 毛節省要先扣掉盲測稽核</a:t>
            </a:r>
          </a:p>
          <a:p>
            <a:r>
              <a:t>· 我要的不只是一筆錢,是一個贊助人跟三道門</a:t>
            </a:r>
          </a:p>
          <a:p/>
          <a:p>
            <a:r>
              <a:t># 4.85 人月 · A$18,600–20,800(規劃,非核定預算)</a:t>
            </a:r>
          </a:p>
          <a:p>
            <a:r>
              <a:t># 毛 6.0–12.1 FTE → 稽核稅 0.39–3.14 FTE → 淨 2.9–11.7 FTE</a:t>
            </a:r>
          </a:p>
          <a:p/>
          <a:p>
            <a:r>
              <a:t>⚠️ 🔴 **最後一句講正面那三樣**(可稽核的錯誤率 · 脈絡判斷層 · 對照實驗結果)——🚫 不要停在「不做的代價」。全片的最後一個印象就是這一句</a:t>
            </a:r>
          </a:p>
          <a:p>
            <a:r>
              <a:t>⚠️ 🚫 A$23–67 萬是移交後的「可避免增聘」,不是本案承諾的節省額</a:t>
            </a:r>
          </a:p>
          <a:p>
            <a:r>
              <a:t>⚠️ 🚫 不得與設備價相減成 ROI</a:t>
            </a:r>
          </a:p>
          <a:p>
            <a:r>
              <a:t>⚠️ 在稽核稅、申訴重判與漂移調查三項齊備前,不宣稱任何節省額</a:t>
            </a:r>
          </a:p>
          <a:p/>
          <a:p>
            <a:r>
              <a:t>→ 換下一頁</a:t>
            </a:r>
          </a:p>
          <a:p/>
          <a:p>
            <a:r>
              <a:t>── 逐字備援 · 280 字(忘詞才看,不是拿來唸的)──</a:t>
            </a:r>
          </a:p>
          <a:p>
            <a:r>
              <a:t>三個輸入都印在上面,它是量級,不是報價。設備一台十六到二十萬,一次性,不到一個人一年成本的五分之一;這個專案的成本主體是人,不是設備。它也不是為單一用途買的:第二個應用是內部規格文件的技術問答,不在本次請求範圍內,但硬體的攤提對象不只一個。那筆擴編暴露不是承諾的節省;要第十二週實測證明能避免或延後至少一點四到一點七個 loaded FTE-year,業務也確認會轉成少招人或少徵調研發,才放行後續預算。我要的不只預算,是贊助人跟三道門。我請求核准六個月額度輪廓、分段釋出;第一段四點八五人月、量級新台幣四十二到四十七萬,第六週由贊助人決定續不續行。第二十四週我會回到這裡,交出三方比較結果:地端 VLM 有增量,或者沒有。</a:t>
            </a:r>
          </a:p>
          <a:p/>
          <a:p>
            <a:r>
              <a:t>── 備查(不唸,答辯用)──</a:t>
            </a:r>
          </a:p>
          <a:p>
            <a:r>
              <a:t>【rows】{'label': '人力(18.2 人月,六包 × 五種角色 + 專案負責人)', 'value': '約 A$7.0–7.9 萬', 'note': '18.2 人月 × 月薪 A$2,970–3,320 × 間接費率 1.3。薪資量級、費率、匯率(1 A$=NT$22.6,2026-08)三項都是提案人設定的假設 —— 是量級,不是報價'}</a:t>
            </a:r>
          </a:p>
          <a:p>
            <a:r>
              <a:t>【rows】{'label': '三年可推算 TCO(兩個數字,🚫 不得合併)', 'value': '六個月專案期(影子模式)約 A$2.2–5.2 萬(中案 3.2 萬)｜移交後(含稽核)約 A$7.7–53.9 萬', 'note': '設備 16–20(一次性)+ 電力三年 0.7–1.9 + 延保三年 2.4–6.0 + 維運監控與模型更新三年 31.2–70.2。維運人力佔 59%–62%。上界跳這麼大不是估算失準,是治理成本的形狀'}</a:t>
            </a:r>
          </a:p>
          <a:p>
            <a:r>
              <a:t>【rows】{'label': '可避免的年度增聘(移交後,不是六個月的交付)', 'value': '5–13 人 ≈ A$23–67 萬/年', 'note': '不做本案覆蓋全客戶需 17–24 人(現有 5 人);做本案、移交後開到天花板仍需 11–12 人 —— 仍須增聘 6–7 人,不是不用增聘。公開薪資量級推算,非本案承諾的節省額'}</a:t>
            </a:r>
          </a:p>
          <a:p>
            <a:r>
              <a:t>【rows】{'label': '已辨識、尚未估價的五項非人力成本', 'value': '不編金額', 'note': '① 影片儲存 ② 雲端運算 ③ 圖資更新 ④ 測試環境 ⑤ AI 訓練資料蒐集。技術與數據負責人於 G1 前補齊量級。因這五項未估價,人力+設備只能稱「已估成本」'}</a:t>
            </a:r>
          </a:p>
          <a:p>
            <a:r>
              <a:t>【這一頁的作用】這頁要在委員會心裡完成三次收斂。第一次:看到「地端 AI」就問「那台機器多少錢」—— 設備價、它相對一個人年成本的 14%–19%、它在已估成本裡的 8%–12%,三秒內收斂成「成本主體是人,不是設備」,避免答辯變成硬體採購的離題辯論。第二次:所有金額都標明是量級不是報價、三個假設輸入都印在畫面上、五項未估價成本逐項列名、TCO 拆成兩個不合併的數字 —— 誠實度不能在唯一的金額上破功。第三次也是最關鍵的一次:稽核稅那一格由提案人自己算出自動化的代價(吃掉毛節省 3%–52%),而放行條件框把「年度擴編暴露」明講成反事實成本、綁上 G2 的可驗證門檻 —— 委員會因此看到的不是一個在推銷 AI 的人,而是一個先幫他們算好帳、並把喊停的權力交回去的人。最後的請求只有兩樣:核准第一段 W1–6,以及指定一個贊助人。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13 頁 · 參考文獻(第 11 頁 — 不佔十頁額度)】　目標 5 秒 · 累計 11:07</a:t>
            </a:r>
          </a:p>
          <a:p/>
          <a:p>
            <a:r>
              <a:t>★ 以上引用依 APA 第七版列出。</a:t>
            </a:r>
          </a:p>
          <a:p/>
          <a:p>
            <a:r>
              <a:t>⚠️ 這一頁不佔十頁額度,5 秒帶過</a:t>
            </a:r>
          </a:p>
          <a:p/>
          <a:p>
            <a:r>
              <a:t>→ 換下一頁</a:t>
            </a:r>
          </a:p>
          <a:p/>
          <a:p>
            <a:r>
              <a:t>── 逐字備援 · 21 字(忘詞才看,不是拿來唸的)──</a:t>
            </a:r>
          </a:p>
          <a:p>
            <a:r>
              <a:t>這些是本提案引用的公開文獻,完整清單在這一頁。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6212E"/>
                </a:solidFill>
                <a:latin typeface="Microsoft JhengHei"/>
              </a:rPr>
              <a:t>地端 AI 事件判讀 —— 六個月、三道決策門的提案計畫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光是一個車隊,五個人要看完三千支影片;而客戶要的答案,兩天內。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895344"/>
            <a:ext cx="9814255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我們客戶是車隊,包含物流 · 客運 · 礦業;車上裝我們的鏡頭與車機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鏡頭偵測到一次危險駕駛 → 記一筆「事件」(影片 + 時間地點 + 系統分類)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客戶回頭說「這筆 AI 判錯了」= 一次「爭議」—— 由人重看影片才判得出來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單一大型車隊約 3,000 筆事件/天 · 部門僅 5 位專職分析人員逐筆看,而客戶還在持續增長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084064"/>
            <a:ext cx="79397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9311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Edge AI → Server AI 兩段已自動化;停在第三關的人工複核 —— 一個車隊一天就吃掉 5 個人的產能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前端 · Edge AI ↔ Server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23895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23895" y="2505456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① 已自動化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車機 Edge AI 初判 → Server AI 複判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判定屬實 → 回傳裝置向駕駛警示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自動化到這裡就停了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9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人工複核防線 · 5 位專職分析人員 · 逐筆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58327" y="2505456"/>
            <a:ext cx="118567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8327" y="2505456"/>
            <a:ext cx="1185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② 沒有自動化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客戶回頭說「這筆 AI 判錯了」= 一次爭議(約 5–10%)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每一筆:打開事件檔 → 看 AI 當時依什麼判 → 回信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分兩種:客戶誤解規格 vs 真誤報,約 2:8〔概估,W6 匯總〕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① 例行批次複核 · 全量,每一筆都看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3,000 筆 × 20 秒 = 16.7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營運端的實務估計,尚未以計時量測驗證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24931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71235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② 客戶爭議 · 再打開深看第二次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1235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150–300 筆 × 5.25 分 = 13.1–26.2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由一次實際判讀反推;單一批次,非長期平均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605271"/>
            <a:ext cx="965880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合計 29.8–42.9 人時/天　vs　產能 40 人時/天(5 人 × 8 小時)—— 上緣已超過,而這只是一個客戶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126480"/>
            <a:ext cx="45720" cy="3200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6099048"/>
            <a:ext cx="211694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本案要建的 AI 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6481" y="6099048"/>
            <a:ext cx="2787914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讀懂一次事件的完整脈絡:影片 + 客戶問題 + 規則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74123" y="6099048"/>
            <a:ext cx="4333323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慢的成因是證據不在畫面裡,而要建的能力正是把畫面外的東西讀進來;全客戶 13,000+ 筆/天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最花時間的兩段佔 50%–88%,把它自動化 → 爭議回覆目標 2 天內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導入「爭議回覆自動化」(第 8–16 週的工作包):機器做分析給出事實結果,人工審閱並給出內部覆核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2.0–5.0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527381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85749" y="2194560"/>
            <a:ext cx="1527381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85749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85749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13131" y="2194560"/>
            <a:ext cx="6109527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3131" y="2240279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3131" y="2478024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22659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2659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2659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77993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77993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77993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85749" y="2852928"/>
            <a:ext cx="763690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85749" y="2944368"/>
            <a:ext cx="763690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可處理段:撈數據 + 判讀 = 1.5–3.5 天 = 全程的 50%–87.5%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41985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2.0–5.0 天;50%–87.5% 由五段各自獨立取端點、窮舉 32 組求得。非 AI 段只佔 12.5%–50%,而排隊本身只有 0–1 天 —— 那是排班解得掉的唯一一段。⚠ 這五段天數是營運端的估計,不是計時量測;W1–6 交出正式量測,若正式拆解推翻它,本案轉排班方案(G1 判)。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87705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84962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導入什麼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8358" y="3849624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自動證據包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4839" y="3849624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讀 影片 + 客戶問題 + 規則,產出可讀描述並標出引用的證據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38140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4353972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怎麼導入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68358" y="4353972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爭議回覆自動化 · 第 8–16 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4839" y="4353972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對 100% 案件成立;機器做分析給出事實結果,人工審閱並給出內部覆核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885753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485832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導入之後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68358" y="4858321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爭議回覆 2–5 天 → 目標 2 天內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4839" y="4858321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〔提案目標,未簽協議〕W16 後量測;一半靠證據包,一半靠誤報量下降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871289"/>
            <a:ext cx="9658807" cy="639238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7" y="5871289"/>
            <a:ext cx="9293047" cy="639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導入後同一批爭議:人的時間從「找證據」換成「下判斷」—— 找證據機器快,下判斷只有人能做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誤報的八成三,回到同一個根因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這一件 1,647 筆的判讀吃掉 5 人 3.6 個工作日 = 144 人時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593376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755648"/>
            <a:ext cx="10509199" cy="5933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樣本 4 台車 · 23 天 · 1,647 筆 = 一個小型車隊、一個月｜以下所有比例僅在此樣本內成立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2477040"/>
          <a:ext cx="10874957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ADAS · 行車輔助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事件量(該樣本)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1,029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618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104 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20 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該樣本人工判定為正確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89.9%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96.8%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這兩個比例共用同一把尺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一致性從未量測｜不比誰準,只指錯的性質不同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標註品質包｜第 10 週建立基線，G2 訂目標值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錯的是誰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缺口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脈絡:判定依據不在畫面裡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判準:同一段影片,不同複核者給不同標籤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58368" y="4717320"/>
            <a:ext cx="45720" cy="642937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4689888"/>
            <a:ext cx="2116945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6481" y="4689888"/>
            <a:ext cx="2787914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103 / 124 = 83%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74123" y="4689888"/>
            <a:ext cx="4333323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該樣本全部誤報中,根因為交通標誌辨識者;公司自己的口徑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54313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5515706"/>
            <a:ext cx="2116945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解它要的東西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6481" y="5515706"/>
            <a:ext cx="278791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速限資料 —— 公司既有資產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74123" y="5515706"/>
            <a:ext cx="433332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不必外購、不必等新模型;這條今天就能動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兩層模型、一台設備分時跑 —— 同一個車隊,機器一天只用掉三成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NVIDIA DGX Spark · 128 GB 統一記憶體 · A$7,100–8,900/台;瓶頸不是算力,是 273 GB/s 的記憶體頻寬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4241234"/>
                <a:gridCol w="424123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篩檢層 · 全量掃過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深挖層 · 只跑爭議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Qwen3.5 122B-A10B(4-bit)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Qwen2.5-VL 72B(8-bit)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為什麼是它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MoE 只活化 10B,算得快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保留較多細節,讀得到小字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這一層只做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決定「這筆要不要深看」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讀交通標誌,產出證據包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解析度 · 抽幀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640×360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1080p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每筆(推算)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3.4 秒(Batch=8)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62 秒(Batch=4)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一個車隊一天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3,000 筆 → 2.8 小時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150–300 筆 → 2.6–5.1 小時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3995928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9684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為什麼分兩層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3968496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讀小字要高解析度,高解析度就慢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9589" y="3968496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篩檢不讀小字,只挑出要深看的;讀小字只花在爭議那 5–10%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5002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44728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為什麼分時載入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4472844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75 + 75 GB &gt; 128 GB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9589" y="4472844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兩個模型不同時常駐,同一台設備輪流載入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004625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4977193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要幾台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8358" y="4977193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1 台一個車隊 · 2 台全客戶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589" y="4977193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一個車隊 1 台 · 全客戶 2 台 · 720p 篩檢 3 台,G1 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831778"/>
            <a:ext cx="9658807" cy="678749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5831778"/>
            <a:ext cx="9293047" cy="6787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同一車隊、同一天:人 29.8–42.9 人時(產能 40)· 機器 5.4–8.0 小時,一台,佔用 23%–33%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量得到的是誤報,量不到的是漏放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被判否決的那一流沒有人回看 - 我們有資料,沒有習慣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00319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9019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看得見的一半:誤報 - 量得到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95728"/>
            <a:ext cx="5007711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母體:某小型車隊單月樣本(4 台車 · 23 天 · 1,647 筆人工複核)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代價:誤報只花我們的人時,可以換算成錢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1755648"/>
            <a:ext cx="5300319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9311" y="19019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看不見的一半:漏放 - 量不到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9311" y="2395728"/>
            <a:ext cx="5007711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唯一的量測:一份 39 筆的人工觸發測試(獨立樣本,非 1,647 筆母體)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3558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我們有資料,沒有習慣。兩種錯的代價不對稱,所以漏放這一側就算樣本再薄,也要先把它量出來 - 本案把漏放列為否決型護欄。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877056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384962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漏偵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68358" y="3849624"/>
            <a:ext cx="191947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12 / 39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97564" y="3849624"/>
            <a:ext cx="612603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報告上我們自己註明:12 是下限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381404"/>
            <a:ext cx="45720" cy="52578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4353972"/>
            <a:ext cx="2408822" cy="6172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其中:低光或雨天的超速標誌漏偵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68358" y="4353972"/>
            <a:ext cx="1919478" cy="6172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6 / 12 = 50%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97564" y="4353972"/>
            <a:ext cx="6126034" cy="6172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與誤報第一大根因同源:交通標誌辨識 - 誤報與漏放接在同一條線索上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58368" y="5303520"/>
          <a:ext cx="9658805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2253721"/>
                <a:gridCol w="2253721"/>
                <a:gridCol w="2253721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這一關難在哪(內部觀察)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對應的資料品質屬性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誰在什麼時候把它變成數字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收集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離線遮蔽無資料·上傳頻率不一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完整性 · 及時性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W1-6 評估底座:分層抽樣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處理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感測器故障·標註錯·重複記錄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準確性 · 一致性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W3-10 標註品質:判準手冊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處理後的理解程度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複核者標籤不一致·從未量測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可解釋性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W10 前建立複核者一致性基線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五條路的差別在成本形狀,不在做什麼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三條不用 AI;採用案要過三道門,六個月內不對外生效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5" cy="17922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1903117"/>
                <a:gridCol w="1903117"/>
                <a:gridCol w="1903117"/>
                <a:gridCol w="190311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成本形狀(隨每日事件量怎麼長)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能不能停 · 反悔成本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判決 · 為什麼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0｜加人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增聘複核人力 全客戶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線性→17-24 人 推算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停不下來 常態支出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拒絕 同一條成本曲線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0b｜調班 + 尖峰人力池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位轉正式編組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仍線性 略低 未量測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隨時可停 退回原班表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待 G1｜不預先否決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1｜規則式脈絡融合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定位+地圖速限硬規則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下移一階 後仍線性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可逐條檢查 可回退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先做 樣本83%同根因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選項 2｜地端視覺語言模型事件判讀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讀懂事件脈絡 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前期投入 之後次線性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可停:G1G2G3 對外0%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採用 前三包=評估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3｜公司既有雲端判讀規劃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仍在研擬中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尚未開始 曲線未定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本案外 技術長辦公室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前置條件 非競爭關係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選項 0 的算式(照印,含對本案不利的部分)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66367" y="4425696"/>
            <a:ext cx="1711452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66367" y="4425696"/>
            <a:ext cx="17114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提案推算,非核定編制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48097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144 人時÷1,647 筆=5.25 分〔非長期均值〕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129.1-185.9÷8=16.14-23.24 → 17-24 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兩假設未驗證:20 秒/筆 · 全客戶同案件組合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2122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41850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G1(第 6 週)= 因果判定門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84367" y="44256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84367" y="44256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1850" y="48097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W1-6 交:時間拆解 · 兩天逾時率 · 到件分布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出口 A:AI 段佔主延遲 → 放行 1/2｜B → 0b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50%-87.5% 為初估,非系統量測;判準不放寬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5876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5604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這 85% 到底是什麼(三層,一層都不可省)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66276" y="4425696"/>
            <a:ext cx="140665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66276" y="4425696"/>
            <a:ext cx="14066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提案推估,非實測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5604" y="48097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能力層:約 850 筆機器結案=終局判定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本案層:六個月對外 0%,只跑影子模式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放行層:生效須過本案之外一道獨立門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925312"/>
            <a:ext cx="9658807" cy="585216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" y="5925312"/>
            <a:ext cx="9293047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⚠️ 85% 是分流率 → 要不要人細看,不是是不是誤報;不可與誤報率相減 · 人判得多準沒量過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十條風險,兩條是這個方案自己造成的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七類十條,每列並排緩解 → 代價 → 偵測訊號(成功 = 緩解成功可能性)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6" cy="32552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89"/>
                <a:gridCol w="2682489"/>
                <a:gridCol w="2682489"/>
                <a:gridCol w="268248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緩解(治理四道)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緩解自己的代價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偵測訊號 (NIST, 2023)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R1 技術局限｜不可解釋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解釋：輸出可讀描述+引用證據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描述錯也通順，比錯分數難察覺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推翻比例不降；只看到人看過的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R2 數據｜資料級聯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審計：黃金題+雙人複核+快照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複核成本近倍增，需抽樣控制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交通標誌根因佔比偏離 樣本 83%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R3 數據｜自動化偏差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教育・介面：不顯示信心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不顯示信心拖慢複核 衝時效缺口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盲測組與對照組差異超容忍值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R4 倫理｜駕駛無申訴管道 成功低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問責：申訴到位前不供個人考核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限制用途降低客戶端採用意願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駕駛申訴無處可收，件數恆為零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R5 社會性｜抵觸角色改變 成功高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教育：轉型說明+判準手冊共編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參與式做法拉長判準定案時程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團隊留任率或黃金題參與率下滑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R6 經濟｜期內回本難證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審計：三道決策門逐段釋出額度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分段釋出使長週期工作包難排人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決策門單位成本改善低於門檻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R7 組織管理｜缺高階支持 成功高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問責：指派贊助人+出席才放行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決策門增加治理負擔與會議成本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決策門連續兩次無高階出席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R8 政治法律政策｜舉證 尚無緩解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問責：法務意見 G1（W6）前到位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無 —— 目前沒有可執行緩解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回頭標記案件出現援引誤報爭議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R9 倫理｜自動結案漏放 本案造成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問責：六個月影子模式 對外 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抽樣稽核吃掉自動化省下的一部分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漏濾率：兩桶漏放率差值 95% CI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R10 倫理｜自動結案冤枉 本案造成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問責：申訴轉人工 禁同模型複判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轉人工量與時效回到人力瓶頸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申訴率與申訴翻案率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138928"/>
            <a:ext cx="9658807" cy="137160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138928"/>
            <a:ext cx="9293047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R8 沒有答案 —— 法務書面意見於 G1(第 6 週)前到位;R9 · R10 是這個方案自己造成的,放行門在移交後,不在這六個月。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每 1,000 筆爭議,850 筆沒有人會看過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澳洲 AI 倫理八原則(2019)· 專案期 綠 0 琥珀 7 紅 1;移交後 綠 0 琥珀 1 紅 7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81227"/>
                <a:gridCol w="2446865"/>
                <a:gridCol w="244686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專案期(影子模式)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移交後(開到天花板)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1 人類、社會與環境福祉｜期內量增人力不變·移交後 850 筆無人覆核·推估非實測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2 以人為本的價值觀｜期內人仍逐筆判 · 移交後駕駛承受機器單方面決定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3 公平性｜期內排序仍依客戶購買量 · 移交後配給依據換成機器信心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4 隱私保護與安全｜擴大影像調閱與判定紀錄保存 · 唯一不因自動結案惡化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5 可靠性與安全性｜漏放率目前不存在 · 僅 39 筆人工觸發測試〔自註為下限〕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6 透明性與解釋性｜對客戶揭露到哪一層未定 · 移交後客戶不知是機器判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7 可申訴性｜只有車隊安全主管能標記 · 駕駛本人不能提出質疑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未達成｜部署否決條件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8 問責性｜RACI 與三道決策門只管專案 · 850 筆裡某一筆判錯沒有人簽過名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4553712"/>
            <a:ext cx="9658807" cy="1956816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4553712"/>
            <a:ext cx="9293047" cy="19568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移交後那七盞紅燈掛在第 24 週那道門上;今天要批的是前六週的量測 —— 那正是把它們變回琥珀的唯一路徑。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你買到的三層效益,和四條隨時喊停的權力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三層 KPI 是效益,四道護欄一票否決;訂不出的目標值寫明由哪道門訂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329184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755648"/>
            <a:ext cx="1050919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這頁不是外掛的合規章節:護欄任一未達標,上兩層成績一律不採計;否決型是本案決定,非文獻主張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22128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指標(層別)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今天的基準 · 母體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業務① 爭議回覆時效｜主價值指標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全鏈路 2–5 天｜估計非量測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天內｜提案目標 未簽協議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業務② 人工驗證客戶涵蓋率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配給制｜無紀錄 · W6 建立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 100% → 移交後約 15%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業務③ 每日事件量上限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單一大型車隊約 3,000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全客戶 13,000+ 筆/天(提案)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業務④ 可避免年度增聘成本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不做本案 17–24 人｜現有5人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省5–13人≈A$23–67 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營運⑤⑥ 兩條工作流每筆工時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批次20秒估·判讀5.25分單批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W6 交正式量測｜G1 訂目標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營運⑦ ADAS 行車輔助誤報率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單月樣本 104/1,029≈10.1%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→7%以下(提案)｜人機軌W12判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營運⑧ 客戶回頭標記率(越低越好)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5–10%｜駕駛無效警示代理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降至 5%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營運⑨ 尖峰徵調研發人時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位研發｜非常態編制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期內建量測基準｜G2 訂目標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5010912"/>
          <a:ext cx="9658805" cy="14996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2253721"/>
                <a:gridCol w="2253721"/>
                <a:gridCol w="2253721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護欄層｜否決型 · 任一未達標不移交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⑩ 漏放率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不存在｜39 筆·下限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W6 點估計｜95% CI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否決 G1｜技術負責人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⑪ 複核者一致性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現況未量測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W10 前基線｜目標 G2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否決G2·複核營運主管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⑫ 訓練資料可追溯率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100%,無中間值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 100% 不移交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⑬ 漏濾率(本輪新增)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不存在｜機制尚未建立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W12 差值 95% CI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否決對外｜技術負責人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六個月分三段付,每一段都可以喊停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六包只有一包是 AI —— 評估集 → 標註 → 特徵 → 地端 VLM;三道門各自寫明什麼條件下停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0175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WP-A 評估底座｜AI 的前置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977767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W1–6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55854" y="1755648"/>
            <a:ext cx="7067745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交:公司第一份可稽核的錯誤率(含 95% CI)· 冷凍評估集 · 兩條工作流單位工時基準 · 每案結案方向黃金答案標籤 · 時間拆解與到件分布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67712"/>
            <a:ext cx="45720" cy="30175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40280"/>
            <a:ext cx="240882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WP-E 地端 VLM 事件判讀｜🔴 本案唯一的 AI 主體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40280"/>
            <a:ext cx="977767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W8–24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55854" y="2240280"/>
            <a:ext cx="7067745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地端 VLM,篩檢與深挖由同一台設備分時;選型見第 5 頁;量化規格與台數由 G1 依 W1–6 量測複核定案。W8–12 離線試驗 → W12–24 只跑影子模式:機器出結論不對外送,人照常判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G1 · 第 6 週｜因果判定門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10613" y="35112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0613" y="35112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停:證據工作非主延遲 → 轉排班+尖峰人力池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停:評估底座未產出 → 剩餘工作全數不續行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2122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1850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G2 · 第 12 週｜四臂比較門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87721" y="3511296"/>
            <a:ext cx="201625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87721" y="3511296"/>
            <a:ext cx="20162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只能改規模,不能取消實驗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1850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兩軌:工具品質軌 · 結案判定軌;停不掉實驗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只能改規模;對外自動結案不由 G2/G3 決定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5876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5604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G3 · 第 24 週｜部署決定門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58122" y="35112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58122" y="35112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604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停:對照重訓證不出增量 → 模型端不部署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就算證不出,評估與標註品質流程仍留下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658368" y="5010912"/>
          <a:ext cx="9658806" cy="14996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3380582"/>
                <a:gridCol w="338058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G2 的四臂(同一凍結評估集)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這一臂誰在判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現行影像模型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機器初判 · 人全數複核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現況基線｜沒它三臂無從比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規則式脈絡基線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規則式脈絡層 + 人全數複核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不含模型誤報降幅｜對照基線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人機協作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機器輔助 · 人判定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觸碰時間/P90 回覆/判定品質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④ 影子模式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機器結案不對外送｜人逐筆判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自動結案漏放率｜唯一算得出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成本主體是人,而自動化的代價我們自己先算了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請求核准第一段 4.85 人月 / A$18,600–20,800,並指定贊助人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地端設備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3152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1–2 台 · A$7,100–17,700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0845" y="1755648"/>
            <a:ext cx="4892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 台一個車隊 / 2 台全客戶;採購在 G1 之後,不在第一段額度內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750085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8415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🔴 稽核稅 —— 自動化不是免費的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3152759" cy="8415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吃掉毛節省的 3%–52%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0845" y="2259996"/>
            <a:ext cx="4892753" cy="8415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毛節省 48.3–96.7 人時/天 = 6.0–12.1 FTE;但自動結案須抽樣盲測稽核(±1% 需 753 筆/月 = 0.39 FTE;分層 8 類 6,024 筆 = 3.14 FTE)→ 淨 2.9–11.7 FTE。推估非實測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658154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3786170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我請求核准的錢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55927" y="4407962"/>
            <a:ext cx="11323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55927" y="4407962"/>
            <a:ext cx="11323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第一段 W1–6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4792010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第一段 4.85 人月 · A$18,600–20,800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〔規劃非核定預算〕G1 決定續行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2122" y="3658154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1850" y="3786170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我請求核准的人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86831" y="4407962"/>
            <a:ext cx="10180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86831" y="4407962"/>
            <a:ext cx="10180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指定贊助人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1850" y="4792010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請委員會指定項目贊助人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G1 前確認與既有雲端規劃的邊界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5876" y="3658154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5604" y="3786170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六個月之後你手上多三樣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36786" y="4407962"/>
            <a:ext cx="865632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6786" y="4407962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誠實收尾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604" y="4792010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六個月後你手上多三樣:可稽核錯誤率 ·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脈絡判斷層 · 對照實驗結果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不做:客戶續等 · 小客戶無人看過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5907578"/>
            <a:ext cx="9658807" cy="602949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7" y="5907578"/>
            <a:ext cx="9293047" cy="602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放行條件:擴編暴露非承諾節省 · 須 G2 證明可避免/延後 + 業務確認容量轉換才放行後續預算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Australian Human Rights Commission. (2020). Using artificial intelligence to make decisions: Addressing the problem of algorithmic bias.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Department of Industry, Science and Resources. (2019). Australia's artificial intelligence ethics principles.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Ensign, D., Friedler, S. A., Neville, S., Scheidegger, C., &amp; Venkatasubramanian, S. (2018). Runaway feedback loops in predictive policing. PMLR, 81, 160–171.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Goddard, K., Roudsari, A., &amp; Wyatt, J. C. (2012). Automation bias: A systematic review. JAMIA, 19(1), 121–127.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Guo, C., Pleiss, G., Sun, Y., &amp; Weinberger, K. Q. (2017). On calibration of modern neural networks. PMLR, 70, 1321–1330.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Hopp, W. J., &amp; Spearman, M. L. (2011). Factory physics (3rd ed., chaps. 7–9). Waveland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National Institute of Standards and Technology. (2023). Artificial intelligence risk management framework (AI RMF 1.0).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511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Northcutt, C. G., Athalye, A., &amp; Mueller, J. (2021). Pervasive label errors in test sets destabilize machine learning benchmarks. NeurIPS Datasets and Benchmarks Track.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3511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Parasuraman, R., &amp; Manzey, D. H. (2010). Complacency and bias in human use of automation. Human Factors, 52(3), 381–410.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3511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Rudin, C. (2019). Stop explaining black box machine learning models for high stakes decisions. Nature Machine Intelligence, 1(5), 206–215.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3511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Sambasivan, N., Kapania, S., Highfill, H., Akrong, D., Paritosh, P., &amp; Aroyo, L. (2021). “Everyone wants to do the model work, not the data work”: Data cascades in high-stakes AI. CHI '21.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93511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Sculley, D., Holt, G., Golovin, D., Davydov, E., Phillips, T., Ebner, D., … Dennison, D. (2015). Hidden technical debt in machine learning systems. NeurIPS, 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