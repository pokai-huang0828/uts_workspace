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導入 AI 會出什麼事:八件,前三件是 AI 才有的】　目標 79 秒 · 累計 8:12</a:t>
            </a:r>
          </a:p>
          <a:p/>
          <a:p>
            <a:r>
              <a:t>★ 把握只有中的那三件,共同點是都不在我手上 —— 機器的措辭、主管轉不轉達、高階的行程。</a:t>
            </a:r>
          </a:p>
          <a:p/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>
            <a:r>
              <a:t>· 🔑 分四類:資料 2 件 · 組織 3 件 · 倫理 1 件 · 經濟 1 件;倫理那件下一頁逐條對課程八原則</a:t>
            </a:r>
          </a:p>
          <a:p>
            <a:r>
              <a:t>· 🔑 最後一欄是「這個防法有多大把握」—— 高四件、中三件;而中的那三件共同點是**都不在我手上**</a:t>
            </a:r>
          </a:p>
          <a:p/>
          <a:p>
            <a:r>
              <a:t># 七件事 · 資料 2 · 組織 3 · 倫理 1 · 經濟 1 · 把握 高 4 / 中 3</a:t>
            </a:r>
          </a:p>
          <a:p/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🚫 不要再提「以前判成誤報的紀錄算不算證據」那一件 —— 已刪除。Kenny:那些紀錄是依據,也是我們優化的方向,我們本來就會記錄誤報客戶事件</a:t>
            </a:r>
          </a:p>
          <a:p>
            <a:r>
              <a:t>⚠️ 🔴 第 3 件不可講成「不會發生,因為最後是人審核」——機器給的是**判定結果**,人只是最後給結論;有現成結論可以照抄,那就是這條風險成立的條件。評分者研究的就是這個,講「有人審核」他一定追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>
            <a:r>
              <a:t>⚠️ 🔑 他若問「這頁跟下一頁差在哪」:這頁是八件事按四類分,下一頁是把**倫理那一類**拿去對課程單元六引用的八原則逐條檢查。分類與「有多大把握」這兩欄不是裝飾 —— rubric 的 30 分那條白紙黑字要這兩樣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348 字(忘詞才看,不是拿來唸的)──</a:t>
            </a:r>
          </a:p>
          <a:p>
            <a:r>
              <a:t>選了這條路,我先講它會出什麼事。七件事,我按四類分:資料兩件、組織三件、倫理一件、經濟一件。資料那兩件是 AI 才有的。第一,機器會判錯,但講得很順 —— 講錯的跟講對的一樣順,比一個錯的數字更難發現。我的做法是:分析結果用白話寫,而且把它用到的數據標出來;複核的時候對一下那些數據,是不是幻覺一眼就看得出來。這一件我把握高,因為每一筆複核都會對到,不是抽樣。第二,判定不一致。我們會定期跑一組答案確定的事件,拿去給 AI 校正,答對率掉下來就知道它漂了。組織那邊最要緊的一件是:機器給的是判定結果,人可能就照抄。我的決定是介面不顯示機器的信心分數 —— 但這個防法有代價,不顯示,複核會變慢,撞到兩天那個目標。這一格我也寫在表上。最後請各位看最右邊那一欄。把握只有中的有三件,而它們的共同點是**都不在我手上**:機器的措辭、主管願不願意幫駕駛轉達、還有高階主管的行程。我控制得了的,我寫高;控制不了的,我就寫中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標題與底線原本互相打架(標題說「每一條」、底線說「其餘七條」),已統一成八件。🔴 2026-08-16 Kenny:「這每一條都很怪,這跟第 8 張差在哪?有必要這樣探討?」——他問對了,而答案指出這一頁**漏了拿分的東西**。rubric 的 30 分那條有四個 HD 門檻:①限制與挑戰**按類別歸類且視覺化** ②緩解策略附**風險與成功可能性評估** ③倫理深刻 ④指標可量化,而作業說明明寫「四個都要做到才是 HD」。第 7 頁扛①②、第 8 頁扛③、第 9 頁扛④。原版第 7 頁只做到一半:八件事平鋪沒有任何類別標籤(門檻①未達)、只有「怎麼防/代價/怎麼發現」沒有「這個防法有多大把握」(門檻②未達)。→ 列名前綴四類(資料/倫理/經濟/組織,作業說明自己給的分類),並新增「這個防法有多大把握」欄。🔑 加上類別之後,兩頁的關係自己就講清楚了:第 7 頁是「八件事按四類分」,第 8 頁是把其中**倫理那一類**拿去對課程的官方八原則逐條檢查。沒有類別標籤時,兩頁看起來像在講同一件事兩次 —— 那正是 Kenny 感覺到的重複。🔴 2026-08-16 Kenny 逐列更正:①第 1 列的防法改成他實際的做法 —— **用白話寫分析結果並標出用到的數據**,複核時對一下那些數據,幻覺一眼看得出;因為是**每一筆複核都會對到**(不是抽樣),把握從中升到高。②第 2 列改成**定期跑一組答案確定的事件給 AI 校正**。③第 8 列(以前判成誤報的紀錄算不算證據)**整列刪掉** —— Kenny:那些紀錄是依據,也是我們優化的方向,我們本來就會記錄誤報客戶事件。八件變七件。④第 3 列 Kenny 先說「不會,因為最後是人為審核」,但追問後他自己講明**機器給的是判定結果,人最後給出結論** —— 那就是自動化偏誤成立的條件,所以這一列留著,列名改成「機器給了判定結果,人可能照抄」把風險講白。🔴 刪掉第 8 列後,這頁不再有「我沒有答案」的那一件。底線改用另一個誠實點:把握只有「中」的三件,共同點是**都不在提案人手上**(機器的措辭、主管願不願意轉達、高階的行程)。那比一句「有一件我沒解」更具體,也是「風險與成功可能性評估」這條門檻真正想看的東西。🔴 2026-08-16 Kenny:「你那些副標題都在自曝其短、講想法,可以改一下嗎?」——他是對的。第 7 頁原本寫「下一頁拿課程的八原則逐條檢查」(在跟自己交代流程)、第 8 頁「每一條都寫出機制,不是空話」(沒人指控你講空話,先自清反而像心虛)、第 9 頁「上面的成績一律不算」(自己先扣自己分)、第 10 頁「六件事裡只有一件是 AI」(在替 AI 佔比小辯解,委員會沒問)。副標的位置是**這一頁最強的主張**,不是「這一頁怎麼讀」也不是「我沒有在講空話」。四頁全部改成陳述句。🔴 第二次修正(Kenny:「我們目標是呈現給委員…拜託不要再把副標搞得好像作業備忘錄」):我第一版只拿掉了自我辯護,但寫成了「這張表有四欄、每一件都配一個防法、也印在上面」——那是在描述投影片本身,委員會不在乎表格怎麼組的。第 8 頁更糟:標題與副標掛著「課程單元六 6.3.4」,那是給評分者看的引用註記,在提案的世界裡委員會根本不知道那是什麼。🔑 副標要講**委員在意的結果**:會不會被抓、我能不能退出、我拿什麼管你。課程出處改成用講的(逐字備援裡已經有「課程單元六引用的澳洲 AI 倫理八原則」),片上只留「政府那八條」—— 真實的委員會確實會引用政府框架,那不突兀。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9:17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倫理八原則(DISR,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倫理八原則(DISR,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10:04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10:58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11:54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11:59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七件事,每一件都寫了怎麼防、怎麼發現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每一件都有一個會亮的信號 —— 沒有一件是靠「我們會小心」擋住的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9122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011867"/>
                <a:gridCol w="2011867"/>
                <a:gridCol w="2011867"/>
                <a:gridCol w="201186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機器會判錯,但講得很順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用白話寫分析結果,並標出用到的數據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複核時對一下標的數據,幻覺一眼看得出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每一筆都會對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判定不一致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定期跑一組答案確定的事件,給 AI 校正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那組事件要人維護,而且要定期重跑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校正時答對率掉下來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答案是確定的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機器給了判定結果,人可能照抄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盯不了行程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5957"/>
            <a:ext cx="9658807" cy="71457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5957"/>
            <a:ext cx="9293047" cy="7145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只有中把握的那三件,共同點是都不在我手上:機器的措辭、主管願不願意轉達、高階的行程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政府那八條 AI 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影像保留沒變、駕駛的申訴管道沒變、判錯誰負責我寫清楚了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我要各位用這些數字管我 —— 包括三條沒過就停的條件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你不必一次押六個月:第 6 週、第 12 週、第 24 週,各有一個出口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